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304" r:id="rId5"/>
    <p:sldId id="303" r:id="rId6"/>
    <p:sldId id="302" r:id="rId7"/>
    <p:sldId id="301" r:id="rId8"/>
    <p:sldId id="300" r:id="rId9"/>
    <p:sldId id="299" r:id="rId10"/>
    <p:sldId id="267" r:id="rId11"/>
    <p:sldId id="258" r:id="rId12"/>
    <p:sldId id="321" r:id="rId13"/>
    <p:sldId id="268" r:id="rId14"/>
    <p:sldId id="269" r:id="rId15"/>
    <p:sldId id="270" r:id="rId16"/>
    <p:sldId id="271" r:id="rId17"/>
    <p:sldId id="272" r:id="rId18"/>
    <p:sldId id="306" r:id="rId19"/>
    <p:sldId id="280" r:id="rId20"/>
    <p:sldId id="273" r:id="rId21"/>
    <p:sldId id="316" r:id="rId22"/>
    <p:sldId id="317" r:id="rId23"/>
    <p:sldId id="318" r:id="rId24"/>
    <p:sldId id="319" r:id="rId25"/>
    <p:sldId id="320" r:id="rId26"/>
    <p:sldId id="283" r:id="rId27"/>
    <p:sldId id="293" r:id="rId28"/>
    <p:sldId id="288" r:id="rId29"/>
    <p:sldId id="289" r:id="rId30"/>
    <p:sldId id="290" r:id="rId31"/>
    <p:sldId id="291" r:id="rId32"/>
    <p:sldId id="292" r:id="rId33"/>
    <p:sldId id="287" r:id="rId34"/>
    <p:sldId id="285" r:id="rId35"/>
    <p:sldId id="294" r:id="rId36"/>
    <p:sldId id="286" r:id="rId37"/>
    <p:sldId id="296" r:id="rId38"/>
    <p:sldId id="307" r:id="rId39"/>
    <p:sldId id="295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22" r:id="rId48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82AAC15-C613-4E10-A186-D0EA1CD7069D}">
          <p14:sldIdLst>
            <p14:sldId id="256"/>
          </p14:sldIdLst>
        </p14:section>
        <p14:section name="Agendafolien auf Basis einer Tabelle" id="{A8F8304A-4DF0-4947-9D6E-FC55C73D0F17}">
          <p14:sldIdLst>
            <p14:sldId id="266"/>
            <p14:sldId id="257"/>
            <p14:sldId id="304"/>
            <p14:sldId id="303"/>
            <p14:sldId id="302"/>
            <p14:sldId id="301"/>
            <p14:sldId id="300"/>
            <p14:sldId id="299"/>
          </p14:sldIdLst>
        </p14:section>
        <p14:section name="Nützliche Symbole für die Projektarbeit" id="{E19F4DF4-725E-4EC1-9B30-441423FB9230}">
          <p14:sldIdLst>
            <p14:sldId id="267"/>
            <p14:sldId id="258"/>
            <p14:sldId id="321"/>
          </p14:sldIdLst>
        </p14:section>
        <p14:section name="Piktogramm-Sammlung" id="{FB4F8BC6-7950-4CD3-93C9-FB7B46170AB7}">
          <p14:sldIdLst>
            <p14:sldId id="268"/>
            <p14:sldId id="269"/>
            <p14:sldId id="270"/>
            <p14:sldId id="271"/>
            <p14:sldId id="272"/>
            <p14:sldId id="306"/>
          </p14:sldIdLst>
        </p14:section>
        <p14:section name="Agendafolien mit Piktogrammen" id="{71999211-5885-44DA-ADEF-5CE927CFE553}">
          <p14:sldIdLst>
            <p14:sldId id="280"/>
            <p14:sldId id="273"/>
            <p14:sldId id="316"/>
            <p14:sldId id="317"/>
            <p14:sldId id="318"/>
            <p14:sldId id="319"/>
            <p14:sldId id="320"/>
          </p14:sldIdLst>
        </p14:section>
        <p14:section name="Agendafolien in Mindmap-Darstellung" id="{A6ED52F4-64DF-4F54-9627-4B1D61FBFDB5}">
          <p14:sldIdLst>
            <p14:sldId id="283"/>
            <p14:sldId id="293"/>
            <p14:sldId id="288"/>
            <p14:sldId id="289"/>
            <p14:sldId id="290"/>
            <p14:sldId id="291"/>
            <p14:sldId id="292"/>
          </p14:sldIdLst>
        </p14:section>
        <p14:section name="Piktogramme mit modernen ClipArts" id="{3FF893D6-F858-4CFC-A2C6-33A311AAC762}">
          <p14:sldIdLst>
            <p14:sldId id="287"/>
            <p14:sldId id="285"/>
            <p14:sldId id="294"/>
            <p14:sldId id="286"/>
            <p14:sldId id="296"/>
            <p14:sldId id="307"/>
            <p14:sldId id="295"/>
            <p14:sldId id="308"/>
            <p14:sldId id="309"/>
            <p14:sldId id="310"/>
            <p14:sldId id="311"/>
            <p14:sldId id="312"/>
            <p14:sldId id="313"/>
            <p14:sldId id="314"/>
            <p14:sldId id="32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12" autoAdjust="0"/>
    <p:restoredTop sz="94660"/>
  </p:normalViewPr>
  <p:slideViewPr>
    <p:cSldViewPr showGuides="1">
      <p:cViewPr varScale="1">
        <p:scale>
          <a:sx n="119" d="100"/>
          <a:sy n="119" d="100"/>
        </p:scale>
        <p:origin x="-1314" y="-102"/>
      </p:cViewPr>
      <p:guideLst>
        <p:guide orient="horz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91AD82-F5CA-458B-960C-4F251D31AB10}" type="doc">
      <dgm:prSet loTypeId="urn:microsoft.com/office/officeart/2005/8/layout/radial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596401-0ADA-49D6-836C-EA775B6F0571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2400" dirty="0" smtClean="0"/>
            <a:t>Projekt MFA</a:t>
          </a:r>
          <a:endParaRPr lang="de-DE" sz="2400" dirty="0"/>
        </a:p>
      </dgm:t>
    </dgm:pt>
    <dgm:pt modelId="{D78B129A-9D90-4818-985F-C88886079902}" type="parTrans" cxnId="{976FE693-09BF-4CF5-868B-4B5D4634B13B}">
      <dgm:prSet/>
      <dgm:spPr/>
      <dgm:t>
        <a:bodyPr/>
        <a:lstStyle/>
        <a:p>
          <a:endParaRPr lang="de-DE" sz="2400"/>
        </a:p>
      </dgm:t>
    </dgm:pt>
    <dgm:pt modelId="{FF4D5C8B-6302-4000-95F7-176C66F57ACC}" type="sibTrans" cxnId="{976FE693-09BF-4CF5-868B-4B5D4634B13B}">
      <dgm:prSet/>
      <dgm:spPr/>
      <dgm:t>
        <a:bodyPr/>
        <a:lstStyle/>
        <a:p>
          <a:endParaRPr lang="de-DE" sz="2400"/>
        </a:p>
      </dgm:t>
    </dgm:pt>
    <dgm:pt modelId="{E1C71E68-3824-4865-BB14-651FC521AF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¤</a:t>
          </a:r>
          <a:endParaRPr lang="de-DE" sz="4800" dirty="0">
            <a:latin typeface="Webdings" panose="05030102010509060703" pitchFamily="18" charset="2"/>
          </a:endParaRPr>
        </a:p>
      </dgm:t>
    </dgm:pt>
    <dgm:pt modelId="{8C43B924-7F1D-4DD5-B1AD-0123B88B5221}" type="parTrans" cxnId="{3A86F9F7-0FEB-4514-8D11-102FBD2625BB}">
      <dgm:prSet custT="1"/>
      <dgm:spPr/>
      <dgm:t>
        <a:bodyPr/>
        <a:lstStyle/>
        <a:p>
          <a:endParaRPr lang="de-DE" sz="2400"/>
        </a:p>
      </dgm:t>
    </dgm:pt>
    <dgm:pt modelId="{FBC02DDA-423C-498D-9DF4-3EFF2D2071ED}" type="sibTrans" cxnId="{3A86F9F7-0FEB-4514-8D11-102FBD2625BB}">
      <dgm:prSet/>
      <dgm:spPr/>
      <dgm:t>
        <a:bodyPr/>
        <a:lstStyle/>
        <a:p>
          <a:endParaRPr lang="de-DE" sz="2400"/>
        </a:p>
      </dgm:t>
    </dgm:pt>
    <dgm:pt modelId="{288135DB-9174-491A-8A85-7EDB7ACAAA01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¦</a:t>
          </a:r>
          <a:endParaRPr lang="de-DE" sz="4800" dirty="0">
            <a:latin typeface="Webdings" panose="05030102010509060703" pitchFamily="18" charset="2"/>
          </a:endParaRPr>
        </a:p>
      </dgm:t>
    </dgm:pt>
    <dgm:pt modelId="{64087C55-AC28-47FA-BD9F-1D30A341917E}" type="parTrans" cxnId="{0AC20DC3-8308-4686-9EB4-25F46009B5CA}">
      <dgm:prSet custT="1"/>
      <dgm:spPr/>
      <dgm:t>
        <a:bodyPr/>
        <a:lstStyle/>
        <a:p>
          <a:endParaRPr lang="de-DE" sz="2400"/>
        </a:p>
      </dgm:t>
    </dgm:pt>
    <dgm:pt modelId="{A157FFB7-B1BB-4EBE-AE43-EE4952F75EDA}" type="sibTrans" cxnId="{0AC20DC3-8308-4686-9EB4-25F46009B5CA}">
      <dgm:prSet/>
      <dgm:spPr/>
      <dgm:t>
        <a:bodyPr/>
        <a:lstStyle/>
        <a:p>
          <a:endParaRPr lang="de-DE" sz="2400"/>
        </a:p>
      </dgm:t>
    </dgm:pt>
    <dgm:pt modelId="{051F862B-623C-45C6-AFC7-43AF3192A5F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U</a:t>
          </a:r>
          <a:endParaRPr lang="de-DE" sz="4800" dirty="0">
            <a:latin typeface="Webdings" panose="05030102010509060703" pitchFamily="18" charset="2"/>
          </a:endParaRPr>
        </a:p>
      </dgm:t>
    </dgm:pt>
    <dgm:pt modelId="{13FB0C3B-5BBF-4C21-B525-8FD7FB6F837E}" type="parTrans" cxnId="{42EB343A-9F4E-45A7-A8B9-0FE0BDCC5D57}">
      <dgm:prSet custT="1"/>
      <dgm:spPr/>
      <dgm:t>
        <a:bodyPr/>
        <a:lstStyle/>
        <a:p>
          <a:endParaRPr lang="de-DE" sz="2400"/>
        </a:p>
      </dgm:t>
    </dgm:pt>
    <dgm:pt modelId="{B1622A4B-2D8C-4E86-B660-217D5151902B}" type="sibTrans" cxnId="{42EB343A-9F4E-45A7-A8B9-0FE0BDCC5D57}">
      <dgm:prSet/>
      <dgm:spPr/>
      <dgm:t>
        <a:bodyPr/>
        <a:lstStyle/>
        <a:p>
          <a:endParaRPr lang="de-DE" sz="2400"/>
        </a:p>
      </dgm:t>
    </dgm:pt>
    <dgm:pt modelId="{4DC66341-7640-42C6-875D-40DC4924EA1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Â</a:t>
          </a:r>
          <a:endParaRPr lang="de-DE" sz="4800" dirty="0">
            <a:latin typeface="Webdings" panose="05030102010509060703" pitchFamily="18" charset="2"/>
          </a:endParaRPr>
        </a:p>
      </dgm:t>
    </dgm:pt>
    <dgm:pt modelId="{E8B3FEE3-AC75-44FE-BDB4-15A67505E2AD}" type="parTrans" cxnId="{16FDD854-F0B3-4E7A-B753-EFC761911241}">
      <dgm:prSet custT="1"/>
      <dgm:spPr/>
      <dgm:t>
        <a:bodyPr/>
        <a:lstStyle/>
        <a:p>
          <a:endParaRPr lang="de-DE" sz="2400"/>
        </a:p>
      </dgm:t>
    </dgm:pt>
    <dgm:pt modelId="{F7F2793B-3563-4547-AA3E-8DDB72E856E1}" type="sibTrans" cxnId="{16FDD854-F0B3-4E7A-B753-EFC761911241}">
      <dgm:prSet/>
      <dgm:spPr/>
      <dgm:t>
        <a:bodyPr/>
        <a:lstStyle/>
        <a:p>
          <a:endParaRPr lang="de-DE" sz="2400"/>
        </a:p>
      </dgm:t>
    </dgm:pt>
    <dgm:pt modelId="{961E7691-D542-4927-B6CC-55A7E44E3B5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F</a:t>
          </a:r>
          <a:endParaRPr lang="de-DE" sz="4800" dirty="0">
            <a:latin typeface="Webdings" panose="05030102010509060703" pitchFamily="18" charset="2"/>
          </a:endParaRPr>
        </a:p>
      </dgm:t>
    </dgm:pt>
    <dgm:pt modelId="{76CC9E01-DABB-4794-8269-AEBD5494F842}" type="parTrans" cxnId="{90368B12-B932-432B-A135-7E7E3A2FA83B}">
      <dgm:prSet custT="1"/>
      <dgm:spPr/>
      <dgm:t>
        <a:bodyPr/>
        <a:lstStyle/>
        <a:p>
          <a:endParaRPr lang="de-DE" sz="2400"/>
        </a:p>
      </dgm:t>
    </dgm:pt>
    <dgm:pt modelId="{DDFC8C60-0948-4D0B-A7CF-1046CB9AF3E7}" type="sibTrans" cxnId="{90368B12-B932-432B-A135-7E7E3A2FA83B}">
      <dgm:prSet/>
      <dgm:spPr/>
      <dgm:t>
        <a:bodyPr/>
        <a:lstStyle/>
        <a:p>
          <a:endParaRPr lang="de-DE" sz="2400"/>
        </a:p>
      </dgm:t>
    </dgm:pt>
    <dgm:pt modelId="{52432AE4-DF97-4768-A269-E20834374735}" type="pres">
      <dgm:prSet presAssocID="{B291AD82-F5CA-458B-960C-4F251D31AB1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60BF2A4F-FF21-4AD7-8655-D81252EF867C}" type="pres">
      <dgm:prSet presAssocID="{C1596401-0ADA-49D6-836C-EA775B6F0571}" presName="centerShape" presStyleLbl="node0" presStyleIdx="0" presStyleCnt="1"/>
      <dgm:spPr/>
      <dgm:t>
        <a:bodyPr/>
        <a:lstStyle/>
        <a:p>
          <a:endParaRPr lang="de-DE"/>
        </a:p>
      </dgm:t>
    </dgm:pt>
    <dgm:pt modelId="{6992D9BE-B66F-4F18-9AAF-B4408A140944}" type="pres">
      <dgm:prSet presAssocID="{8C43B924-7F1D-4DD5-B1AD-0123B88B5221}" presName="Name9" presStyleLbl="parChTrans1D2" presStyleIdx="0" presStyleCnt="5"/>
      <dgm:spPr/>
      <dgm:t>
        <a:bodyPr/>
        <a:lstStyle/>
        <a:p>
          <a:endParaRPr lang="de-DE"/>
        </a:p>
      </dgm:t>
    </dgm:pt>
    <dgm:pt modelId="{72D6FFCF-C2FF-483F-9B51-25345FEF21C5}" type="pres">
      <dgm:prSet presAssocID="{8C43B924-7F1D-4DD5-B1AD-0123B88B5221}" presName="connTx" presStyleLbl="parChTrans1D2" presStyleIdx="0" presStyleCnt="5"/>
      <dgm:spPr/>
      <dgm:t>
        <a:bodyPr/>
        <a:lstStyle/>
        <a:p>
          <a:endParaRPr lang="de-DE"/>
        </a:p>
      </dgm:t>
    </dgm:pt>
    <dgm:pt modelId="{CD9972A0-D453-4FCB-8E3B-E4EFAD01D121}" type="pres">
      <dgm:prSet presAssocID="{E1C71E68-3824-4865-BB14-651FC521AF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0830239-A840-469F-BB3E-5E7F142AE1A4}" type="pres">
      <dgm:prSet presAssocID="{64087C55-AC28-47FA-BD9F-1D30A341917E}" presName="Name9" presStyleLbl="parChTrans1D2" presStyleIdx="1" presStyleCnt="5"/>
      <dgm:spPr/>
      <dgm:t>
        <a:bodyPr/>
        <a:lstStyle/>
        <a:p>
          <a:endParaRPr lang="de-DE"/>
        </a:p>
      </dgm:t>
    </dgm:pt>
    <dgm:pt modelId="{046EED9F-BF99-426A-BF14-123FB914DBD6}" type="pres">
      <dgm:prSet presAssocID="{64087C55-AC28-47FA-BD9F-1D30A341917E}" presName="connTx" presStyleLbl="parChTrans1D2" presStyleIdx="1" presStyleCnt="5"/>
      <dgm:spPr/>
      <dgm:t>
        <a:bodyPr/>
        <a:lstStyle/>
        <a:p>
          <a:endParaRPr lang="de-DE"/>
        </a:p>
      </dgm:t>
    </dgm:pt>
    <dgm:pt modelId="{F9D90C76-22D7-47E9-A79F-C6203BB97B05}" type="pres">
      <dgm:prSet presAssocID="{288135DB-9174-491A-8A85-7EDB7ACAAA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FB0958F-BB34-4CC3-A8AF-96218C516F1D}" type="pres">
      <dgm:prSet presAssocID="{13FB0C3B-5BBF-4C21-B525-8FD7FB6F837E}" presName="Name9" presStyleLbl="parChTrans1D2" presStyleIdx="2" presStyleCnt="5"/>
      <dgm:spPr/>
      <dgm:t>
        <a:bodyPr/>
        <a:lstStyle/>
        <a:p>
          <a:endParaRPr lang="de-DE"/>
        </a:p>
      </dgm:t>
    </dgm:pt>
    <dgm:pt modelId="{BB849658-68C6-45DF-A536-C513E5DC0C31}" type="pres">
      <dgm:prSet presAssocID="{13FB0C3B-5BBF-4C21-B525-8FD7FB6F837E}" presName="connTx" presStyleLbl="parChTrans1D2" presStyleIdx="2" presStyleCnt="5"/>
      <dgm:spPr/>
      <dgm:t>
        <a:bodyPr/>
        <a:lstStyle/>
        <a:p>
          <a:endParaRPr lang="de-DE"/>
        </a:p>
      </dgm:t>
    </dgm:pt>
    <dgm:pt modelId="{1EFA1DC6-6A01-4231-A22F-12D0809B9D11}" type="pres">
      <dgm:prSet presAssocID="{051F862B-623C-45C6-AFC7-43AF3192A5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4573C76-ABC7-46D5-A6D2-60580E57B437}" type="pres">
      <dgm:prSet presAssocID="{E8B3FEE3-AC75-44FE-BDB4-15A67505E2AD}" presName="Name9" presStyleLbl="parChTrans1D2" presStyleIdx="3" presStyleCnt="5"/>
      <dgm:spPr/>
      <dgm:t>
        <a:bodyPr/>
        <a:lstStyle/>
        <a:p>
          <a:endParaRPr lang="de-DE"/>
        </a:p>
      </dgm:t>
    </dgm:pt>
    <dgm:pt modelId="{D296B927-291A-4385-B610-1F15DDFF7EBD}" type="pres">
      <dgm:prSet presAssocID="{E8B3FEE3-AC75-44FE-BDB4-15A67505E2AD}" presName="connTx" presStyleLbl="parChTrans1D2" presStyleIdx="3" presStyleCnt="5"/>
      <dgm:spPr/>
      <dgm:t>
        <a:bodyPr/>
        <a:lstStyle/>
        <a:p>
          <a:endParaRPr lang="de-DE"/>
        </a:p>
      </dgm:t>
    </dgm:pt>
    <dgm:pt modelId="{64BEA76F-933B-4266-BF20-D3418A90BE2F}" type="pres">
      <dgm:prSet presAssocID="{4DC66341-7640-42C6-875D-40DC4924EA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5A654F0-AE14-45C9-9CD3-83B5DA9258B0}" type="pres">
      <dgm:prSet presAssocID="{76CC9E01-DABB-4794-8269-AEBD5494F842}" presName="Name9" presStyleLbl="parChTrans1D2" presStyleIdx="4" presStyleCnt="5"/>
      <dgm:spPr/>
      <dgm:t>
        <a:bodyPr/>
        <a:lstStyle/>
        <a:p>
          <a:endParaRPr lang="de-DE"/>
        </a:p>
      </dgm:t>
    </dgm:pt>
    <dgm:pt modelId="{B530255D-19D5-4C7E-B60D-FD7BADDECB40}" type="pres">
      <dgm:prSet presAssocID="{76CC9E01-DABB-4794-8269-AEBD5494F842}" presName="connTx" presStyleLbl="parChTrans1D2" presStyleIdx="4" presStyleCnt="5"/>
      <dgm:spPr/>
      <dgm:t>
        <a:bodyPr/>
        <a:lstStyle/>
        <a:p>
          <a:endParaRPr lang="de-DE"/>
        </a:p>
      </dgm:t>
    </dgm:pt>
    <dgm:pt modelId="{8EDAC933-FF85-4784-BBC1-EB512470EC5A}" type="pres">
      <dgm:prSet presAssocID="{961E7691-D542-4927-B6CC-55A7E44E3B5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9A6E8010-99CF-43A7-BA9E-49D9C2AAD55C}" type="presOf" srcId="{961E7691-D542-4927-B6CC-55A7E44E3B54}" destId="{8EDAC933-FF85-4784-BBC1-EB512470EC5A}" srcOrd="0" destOrd="0" presId="urn:microsoft.com/office/officeart/2005/8/layout/radial1"/>
    <dgm:cxn modelId="{CB147FD2-00DE-4A48-82D8-94AA50F934F6}" type="presOf" srcId="{76CC9E01-DABB-4794-8269-AEBD5494F842}" destId="{A5A654F0-AE14-45C9-9CD3-83B5DA9258B0}" srcOrd="0" destOrd="0" presId="urn:microsoft.com/office/officeart/2005/8/layout/radial1"/>
    <dgm:cxn modelId="{9B8994DA-4D7A-4D02-8972-F4DF2701818F}" type="presOf" srcId="{E1C71E68-3824-4865-BB14-651FC521AF9F}" destId="{CD9972A0-D453-4FCB-8E3B-E4EFAD01D121}" srcOrd="0" destOrd="0" presId="urn:microsoft.com/office/officeart/2005/8/layout/radial1"/>
    <dgm:cxn modelId="{0AC20DC3-8308-4686-9EB4-25F46009B5CA}" srcId="{C1596401-0ADA-49D6-836C-EA775B6F0571}" destId="{288135DB-9174-491A-8A85-7EDB7ACAAA01}" srcOrd="1" destOrd="0" parTransId="{64087C55-AC28-47FA-BD9F-1D30A341917E}" sibTransId="{A157FFB7-B1BB-4EBE-AE43-EE4952F75EDA}"/>
    <dgm:cxn modelId="{76243839-E573-4A0C-940C-7080DED08413}" type="presOf" srcId="{13FB0C3B-5BBF-4C21-B525-8FD7FB6F837E}" destId="{FFB0958F-BB34-4CC3-A8AF-96218C516F1D}" srcOrd="0" destOrd="0" presId="urn:microsoft.com/office/officeart/2005/8/layout/radial1"/>
    <dgm:cxn modelId="{2F09C4DE-7B07-437D-B070-E314CA30AFD0}" type="presOf" srcId="{4DC66341-7640-42C6-875D-40DC4924EA19}" destId="{64BEA76F-933B-4266-BF20-D3418A90BE2F}" srcOrd="0" destOrd="0" presId="urn:microsoft.com/office/officeart/2005/8/layout/radial1"/>
    <dgm:cxn modelId="{90368B12-B932-432B-A135-7E7E3A2FA83B}" srcId="{C1596401-0ADA-49D6-836C-EA775B6F0571}" destId="{961E7691-D542-4927-B6CC-55A7E44E3B54}" srcOrd="4" destOrd="0" parTransId="{76CC9E01-DABB-4794-8269-AEBD5494F842}" sibTransId="{DDFC8C60-0948-4D0B-A7CF-1046CB9AF3E7}"/>
    <dgm:cxn modelId="{C7AE47BB-79DC-4645-B63F-FE84752D37F5}" type="presOf" srcId="{64087C55-AC28-47FA-BD9F-1D30A341917E}" destId="{D0830239-A840-469F-BB3E-5E7F142AE1A4}" srcOrd="0" destOrd="0" presId="urn:microsoft.com/office/officeart/2005/8/layout/radial1"/>
    <dgm:cxn modelId="{261E5D7C-EE1A-4E59-9D63-7A3513E0F8F1}" type="presOf" srcId="{B291AD82-F5CA-458B-960C-4F251D31AB10}" destId="{52432AE4-DF97-4768-A269-E20834374735}" srcOrd="0" destOrd="0" presId="urn:microsoft.com/office/officeart/2005/8/layout/radial1"/>
    <dgm:cxn modelId="{16FDD854-F0B3-4E7A-B753-EFC761911241}" srcId="{C1596401-0ADA-49D6-836C-EA775B6F0571}" destId="{4DC66341-7640-42C6-875D-40DC4924EA19}" srcOrd="3" destOrd="0" parTransId="{E8B3FEE3-AC75-44FE-BDB4-15A67505E2AD}" sibTransId="{F7F2793B-3563-4547-AA3E-8DDB72E856E1}"/>
    <dgm:cxn modelId="{B9FD010D-0BE5-4F44-9210-A7D7B140DCA7}" type="presOf" srcId="{8C43B924-7F1D-4DD5-B1AD-0123B88B5221}" destId="{72D6FFCF-C2FF-483F-9B51-25345FEF21C5}" srcOrd="1" destOrd="0" presId="urn:microsoft.com/office/officeart/2005/8/layout/radial1"/>
    <dgm:cxn modelId="{20C0918D-3407-4D65-A7B8-D23D12F6BEAF}" type="presOf" srcId="{8C43B924-7F1D-4DD5-B1AD-0123B88B5221}" destId="{6992D9BE-B66F-4F18-9AAF-B4408A140944}" srcOrd="0" destOrd="0" presId="urn:microsoft.com/office/officeart/2005/8/layout/radial1"/>
    <dgm:cxn modelId="{42EB343A-9F4E-45A7-A8B9-0FE0BDCC5D57}" srcId="{C1596401-0ADA-49D6-836C-EA775B6F0571}" destId="{051F862B-623C-45C6-AFC7-43AF3192A5F9}" srcOrd="2" destOrd="0" parTransId="{13FB0C3B-5BBF-4C21-B525-8FD7FB6F837E}" sibTransId="{B1622A4B-2D8C-4E86-B660-217D5151902B}"/>
    <dgm:cxn modelId="{D93655D4-B524-48D2-84FA-C1D1CE777153}" type="presOf" srcId="{288135DB-9174-491A-8A85-7EDB7ACAAA01}" destId="{F9D90C76-22D7-47E9-A79F-C6203BB97B05}" srcOrd="0" destOrd="0" presId="urn:microsoft.com/office/officeart/2005/8/layout/radial1"/>
    <dgm:cxn modelId="{6C85F3CD-9384-4636-A37A-97B4FEB268D6}" type="presOf" srcId="{051F862B-623C-45C6-AFC7-43AF3192A5F9}" destId="{1EFA1DC6-6A01-4231-A22F-12D0809B9D11}" srcOrd="0" destOrd="0" presId="urn:microsoft.com/office/officeart/2005/8/layout/radial1"/>
    <dgm:cxn modelId="{F77D371E-0490-47C5-B44E-04880226BF55}" type="presOf" srcId="{E8B3FEE3-AC75-44FE-BDB4-15A67505E2AD}" destId="{94573C76-ABC7-46D5-A6D2-60580E57B437}" srcOrd="0" destOrd="0" presId="urn:microsoft.com/office/officeart/2005/8/layout/radial1"/>
    <dgm:cxn modelId="{3A86F9F7-0FEB-4514-8D11-102FBD2625BB}" srcId="{C1596401-0ADA-49D6-836C-EA775B6F0571}" destId="{E1C71E68-3824-4865-BB14-651FC521AF9F}" srcOrd="0" destOrd="0" parTransId="{8C43B924-7F1D-4DD5-B1AD-0123B88B5221}" sibTransId="{FBC02DDA-423C-498D-9DF4-3EFF2D2071ED}"/>
    <dgm:cxn modelId="{7A580B7C-9B1F-46C1-AC48-DB68CA9EC188}" type="presOf" srcId="{64087C55-AC28-47FA-BD9F-1D30A341917E}" destId="{046EED9F-BF99-426A-BF14-123FB914DBD6}" srcOrd="1" destOrd="0" presId="urn:microsoft.com/office/officeart/2005/8/layout/radial1"/>
    <dgm:cxn modelId="{D11BDA3B-784B-4758-9B3B-E6FA2C9A6529}" type="presOf" srcId="{13FB0C3B-5BBF-4C21-B525-8FD7FB6F837E}" destId="{BB849658-68C6-45DF-A536-C513E5DC0C31}" srcOrd="1" destOrd="0" presId="urn:microsoft.com/office/officeart/2005/8/layout/radial1"/>
    <dgm:cxn modelId="{7566B3C3-9566-4178-B0FB-F88BB1955130}" type="presOf" srcId="{E8B3FEE3-AC75-44FE-BDB4-15A67505E2AD}" destId="{D296B927-291A-4385-B610-1F15DDFF7EBD}" srcOrd="1" destOrd="0" presId="urn:microsoft.com/office/officeart/2005/8/layout/radial1"/>
    <dgm:cxn modelId="{976FE693-09BF-4CF5-868B-4B5D4634B13B}" srcId="{B291AD82-F5CA-458B-960C-4F251D31AB10}" destId="{C1596401-0ADA-49D6-836C-EA775B6F0571}" srcOrd="0" destOrd="0" parTransId="{D78B129A-9D90-4818-985F-C88886079902}" sibTransId="{FF4D5C8B-6302-4000-95F7-176C66F57ACC}"/>
    <dgm:cxn modelId="{C815A5FD-F05F-47C4-AFD6-9B02F1DFF26E}" type="presOf" srcId="{76CC9E01-DABB-4794-8269-AEBD5494F842}" destId="{B530255D-19D5-4C7E-B60D-FD7BADDECB40}" srcOrd="1" destOrd="0" presId="urn:microsoft.com/office/officeart/2005/8/layout/radial1"/>
    <dgm:cxn modelId="{A1D964BD-DAC7-4EF7-8507-063186B750EF}" type="presOf" srcId="{C1596401-0ADA-49D6-836C-EA775B6F0571}" destId="{60BF2A4F-FF21-4AD7-8655-D81252EF867C}" srcOrd="0" destOrd="0" presId="urn:microsoft.com/office/officeart/2005/8/layout/radial1"/>
    <dgm:cxn modelId="{38190140-D3E9-4B51-A45B-BCA20BAE9372}" type="presParOf" srcId="{52432AE4-DF97-4768-A269-E20834374735}" destId="{60BF2A4F-FF21-4AD7-8655-D81252EF867C}" srcOrd="0" destOrd="0" presId="urn:microsoft.com/office/officeart/2005/8/layout/radial1"/>
    <dgm:cxn modelId="{DCE7384C-621B-49FA-8193-5728F5B7419B}" type="presParOf" srcId="{52432AE4-DF97-4768-A269-E20834374735}" destId="{6992D9BE-B66F-4F18-9AAF-B4408A140944}" srcOrd="1" destOrd="0" presId="urn:microsoft.com/office/officeart/2005/8/layout/radial1"/>
    <dgm:cxn modelId="{6B6A7D6B-F027-4193-8734-9F8C4128445C}" type="presParOf" srcId="{6992D9BE-B66F-4F18-9AAF-B4408A140944}" destId="{72D6FFCF-C2FF-483F-9B51-25345FEF21C5}" srcOrd="0" destOrd="0" presId="urn:microsoft.com/office/officeart/2005/8/layout/radial1"/>
    <dgm:cxn modelId="{422773C0-8AFD-415D-8AA8-075F19D71CAB}" type="presParOf" srcId="{52432AE4-DF97-4768-A269-E20834374735}" destId="{CD9972A0-D453-4FCB-8E3B-E4EFAD01D121}" srcOrd="2" destOrd="0" presId="urn:microsoft.com/office/officeart/2005/8/layout/radial1"/>
    <dgm:cxn modelId="{021D79B5-F6F8-4D12-ABC2-D1B448500CDC}" type="presParOf" srcId="{52432AE4-DF97-4768-A269-E20834374735}" destId="{D0830239-A840-469F-BB3E-5E7F142AE1A4}" srcOrd="3" destOrd="0" presId="urn:microsoft.com/office/officeart/2005/8/layout/radial1"/>
    <dgm:cxn modelId="{4AEF0F51-49B5-44CE-B33E-A95EB8C1169B}" type="presParOf" srcId="{D0830239-A840-469F-BB3E-5E7F142AE1A4}" destId="{046EED9F-BF99-426A-BF14-123FB914DBD6}" srcOrd="0" destOrd="0" presId="urn:microsoft.com/office/officeart/2005/8/layout/radial1"/>
    <dgm:cxn modelId="{7AFEBEDE-C54D-45D2-8B08-D475A88AF0A1}" type="presParOf" srcId="{52432AE4-DF97-4768-A269-E20834374735}" destId="{F9D90C76-22D7-47E9-A79F-C6203BB97B05}" srcOrd="4" destOrd="0" presId="urn:microsoft.com/office/officeart/2005/8/layout/radial1"/>
    <dgm:cxn modelId="{EB4971FA-24C5-43DF-8C1F-C262B544D5F6}" type="presParOf" srcId="{52432AE4-DF97-4768-A269-E20834374735}" destId="{FFB0958F-BB34-4CC3-A8AF-96218C516F1D}" srcOrd="5" destOrd="0" presId="urn:microsoft.com/office/officeart/2005/8/layout/radial1"/>
    <dgm:cxn modelId="{53249BF0-E0E6-4904-BEF8-6BA22C56778D}" type="presParOf" srcId="{FFB0958F-BB34-4CC3-A8AF-96218C516F1D}" destId="{BB849658-68C6-45DF-A536-C513E5DC0C31}" srcOrd="0" destOrd="0" presId="urn:microsoft.com/office/officeart/2005/8/layout/radial1"/>
    <dgm:cxn modelId="{08E4571D-53B3-4F96-B54B-F0130A60A480}" type="presParOf" srcId="{52432AE4-DF97-4768-A269-E20834374735}" destId="{1EFA1DC6-6A01-4231-A22F-12D0809B9D11}" srcOrd="6" destOrd="0" presId="urn:microsoft.com/office/officeart/2005/8/layout/radial1"/>
    <dgm:cxn modelId="{3D1EF36A-F907-432B-91DD-8C90D9ECA86E}" type="presParOf" srcId="{52432AE4-DF97-4768-A269-E20834374735}" destId="{94573C76-ABC7-46D5-A6D2-60580E57B437}" srcOrd="7" destOrd="0" presId="urn:microsoft.com/office/officeart/2005/8/layout/radial1"/>
    <dgm:cxn modelId="{52EABD1A-6F9F-4DA1-90B2-B8C361606E75}" type="presParOf" srcId="{94573C76-ABC7-46D5-A6D2-60580E57B437}" destId="{D296B927-291A-4385-B610-1F15DDFF7EBD}" srcOrd="0" destOrd="0" presId="urn:microsoft.com/office/officeart/2005/8/layout/radial1"/>
    <dgm:cxn modelId="{E103301C-93A6-4C19-BCB9-2073CF7F5658}" type="presParOf" srcId="{52432AE4-DF97-4768-A269-E20834374735}" destId="{64BEA76F-933B-4266-BF20-D3418A90BE2F}" srcOrd="8" destOrd="0" presId="urn:microsoft.com/office/officeart/2005/8/layout/radial1"/>
    <dgm:cxn modelId="{B9CA4458-F7D1-469D-8853-97F58F958DD3}" type="presParOf" srcId="{52432AE4-DF97-4768-A269-E20834374735}" destId="{A5A654F0-AE14-45C9-9CD3-83B5DA9258B0}" srcOrd="9" destOrd="0" presId="urn:microsoft.com/office/officeart/2005/8/layout/radial1"/>
    <dgm:cxn modelId="{86C55DCD-CDD0-441C-94A9-23213AE70C60}" type="presParOf" srcId="{A5A654F0-AE14-45C9-9CD3-83B5DA9258B0}" destId="{B530255D-19D5-4C7E-B60D-FD7BADDECB40}" srcOrd="0" destOrd="0" presId="urn:microsoft.com/office/officeart/2005/8/layout/radial1"/>
    <dgm:cxn modelId="{B3FF6812-E0C3-4E5F-A8B3-3DD55B7A6107}" type="presParOf" srcId="{52432AE4-DF97-4768-A269-E20834374735}" destId="{8EDAC933-FF85-4784-BBC1-EB512470EC5A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91AD82-F5CA-458B-960C-4F251D31AB10}" type="doc">
      <dgm:prSet loTypeId="urn:microsoft.com/office/officeart/2005/8/layout/radial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596401-0ADA-49D6-836C-EA775B6F0571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2400" dirty="0" smtClean="0"/>
            <a:t>Projekt MFA</a:t>
          </a:r>
          <a:endParaRPr lang="de-DE" sz="2400" dirty="0"/>
        </a:p>
      </dgm:t>
    </dgm:pt>
    <dgm:pt modelId="{D78B129A-9D90-4818-985F-C88886079902}" type="parTrans" cxnId="{976FE693-09BF-4CF5-868B-4B5D4634B13B}">
      <dgm:prSet/>
      <dgm:spPr/>
      <dgm:t>
        <a:bodyPr/>
        <a:lstStyle/>
        <a:p>
          <a:endParaRPr lang="de-DE" sz="2400"/>
        </a:p>
      </dgm:t>
    </dgm:pt>
    <dgm:pt modelId="{FF4D5C8B-6302-4000-95F7-176C66F57ACC}" type="sibTrans" cxnId="{976FE693-09BF-4CF5-868B-4B5D4634B13B}">
      <dgm:prSet/>
      <dgm:spPr/>
      <dgm:t>
        <a:bodyPr/>
        <a:lstStyle/>
        <a:p>
          <a:endParaRPr lang="de-DE" sz="2400"/>
        </a:p>
      </dgm:t>
    </dgm:pt>
    <dgm:pt modelId="{E1C71E68-3824-4865-BB14-651FC521AF9F}">
      <dgm:prSet phldrT="[Text]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¤</a:t>
          </a:r>
          <a:endParaRPr lang="de-DE" sz="4800" dirty="0">
            <a:latin typeface="Webdings" panose="05030102010509060703" pitchFamily="18" charset="2"/>
          </a:endParaRPr>
        </a:p>
      </dgm:t>
    </dgm:pt>
    <dgm:pt modelId="{8C43B924-7F1D-4DD5-B1AD-0123B88B5221}" type="parTrans" cxnId="{3A86F9F7-0FEB-4514-8D11-102FBD2625BB}">
      <dgm:prSet custT="1"/>
      <dgm:spPr/>
      <dgm:t>
        <a:bodyPr/>
        <a:lstStyle/>
        <a:p>
          <a:endParaRPr lang="de-DE" sz="2400"/>
        </a:p>
      </dgm:t>
    </dgm:pt>
    <dgm:pt modelId="{FBC02DDA-423C-498D-9DF4-3EFF2D2071ED}" type="sibTrans" cxnId="{3A86F9F7-0FEB-4514-8D11-102FBD2625BB}">
      <dgm:prSet/>
      <dgm:spPr/>
      <dgm:t>
        <a:bodyPr/>
        <a:lstStyle/>
        <a:p>
          <a:endParaRPr lang="de-DE" sz="2400"/>
        </a:p>
      </dgm:t>
    </dgm:pt>
    <dgm:pt modelId="{288135DB-9174-491A-8A85-7EDB7ACAAA01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¦</a:t>
          </a:r>
          <a:endParaRPr lang="de-DE" sz="4800" dirty="0">
            <a:latin typeface="Webdings" panose="05030102010509060703" pitchFamily="18" charset="2"/>
          </a:endParaRPr>
        </a:p>
      </dgm:t>
    </dgm:pt>
    <dgm:pt modelId="{64087C55-AC28-47FA-BD9F-1D30A341917E}" type="parTrans" cxnId="{0AC20DC3-8308-4686-9EB4-25F46009B5CA}">
      <dgm:prSet custT="1"/>
      <dgm:spPr/>
      <dgm:t>
        <a:bodyPr/>
        <a:lstStyle/>
        <a:p>
          <a:endParaRPr lang="de-DE" sz="2400"/>
        </a:p>
      </dgm:t>
    </dgm:pt>
    <dgm:pt modelId="{A157FFB7-B1BB-4EBE-AE43-EE4952F75EDA}" type="sibTrans" cxnId="{0AC20DC3-8308-4686-9EB4-25F46009B5CA}">
      <dgm:prSet/>
      <dgm:spPr/>
      <dgm:t>
        <a:bodyPr/>
        <a:lstStyle/>
        <a:p>
          <a:endParaRPr lang="de-DE" sz="2400"/>
        </a:p>
      </dgm:t>
    </dgm:pt>
    <dgm:pt modelId="{051F862B-623C-45C6-AFC7-43AF3192A5F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U</a:t>
          </a:r>
          <a:endParaRPr lang="de-DE" sz="4800" dirty="0">
            <a:latin typeface="Webdings" panose="05030102010509060703" pitchFamily="18" charset="2"/>
          </a:endParaRPr>
        </a:p>
      </dgm:t>
    </dgm:pt>
    <dgm:pt modelId="{13FB0C3B-5BBF-4C21-B525-8FD7FB6F837E}" type="parTrans" cxnId="{42EB343A-9F4E-45A7-A8B9-0FE0BDCC5D57}">
      <dgm:prSet custT="1"/>
      <dgm:spPr/>
      <dgm:t>
        <a:bodyPr/>
        <a:lstStyle/>
        <a:p>
          <a:endParaRPr lang="de-DE" sz="2400"/>
        </a:p>
      </dgm:t>
    </dgm:pt>
    <dgm:pt modelId="{B1622A4B-2D8C-4E86-B660-217D5151902B}" type="sibTrans" cxnId="{42EB343A-9F4E-45A7-A8B9-0FE0BDCC5D57}">
      <dgm:prSet/>
      <dgm:spPr/>
      <dgm:t>
        <a:bodyPr/>
        <a:lstStyle/>
        <a:p>
          <a:endParaRPr lang="de-DE" sz="2400"/>
        </a:p>
      </dgm:t>
    </dgm:pt>
    <dgm:pt modelId="{4DC66341-7640-42C6-875D-40DC4924EA1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Â</a:t>
          </a:r>
          <a:endParaRPr lang="de-DE" sz="4800" dirty="0">
            <a:latin typeface="Webdings" panose="05030102010509060703" pitchFamily="18" charset="2"/>
          </a:endParaRPr>
        </a:p>
      </dgm:t>
    </dgm:pt>
    <dgm:pt modelId="{E8B3FEE3-AC75-44FE-BDB4-15A67505E2AD}" type="parTrans" cxnId="{16FDD854-F0B3-4E7A-B753-EFC761911241}">
      <dgm:prSet custT="1"/>
      <dgm:spPr/>
      <dgm:t>
        <a:bodyPr/>
        <a:lstStyle/>
        <a:p>
          <a:endParaRPr lang="de-DE" sz="2400"/>
        </a:p>
      </dgm:t>
    </dgm:pt>
    <dgm:pt modelId="{F7F2793B-3563-4547-AA3E-8DDB72E856E1}" type="sibTrans" cxnId="{16FDD854-F0B3-4E7A-B753-EFC761911241}">
      <dgm:prSet/>
      <dgm:spPr/>
      <dgm:t>
        <a:bodyPr/>
        <a:lstStyle/>
        <a:p>
          <a:endParaRPr lang="de-DE" sz="2400"/>
        </a:p>
      </dgm:t>
    </dgm:pt>
    <dgm:pt modelId="{961E7691-D542-4927-B6CC-55A7E44E3B5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F</a:t>
          </a:r>
          <a:endParaRPr lang="de-DE" sz="4800" dirty="0">
            <a:latin typeface="Webdings" panose="05030102010509060703" pitchFamily="18" charset="2"/>
          </a:endParaRPr>
        </a:p>
      </dgm:t>
    </dgm:pt>
    <dgm:pt modelId="{76CC9E01-DABB-4794-8269-AEBD5494F842}" type="parTrans" cxnId="{90368B12-B932-432B-A135-7E7E3A2FA83B}">
      <dgm:prSet custT="1"/>
      <dgm:spPr/>
      <dgm:t>
        <a:bodyPr/>
        <a:lstStyle/>
        <a:p>
          <a:endParaRPr lang="de-DE" sz="2400"/>
        </a:p>
      </dgm:t>
    </dgm:pt>
    <dgm:pt modelId="{DDFC8C60-0948-4D0B-A7CF-1046CB9AF3E7}" type="sibTrans" cxnId="{90368B12-B932-432B-A135-7E7E3A2FA83B}">
      <dgm:prSet/>
      <dgm:spPr/>
      <dgm:t>
        <a:bodyPr/>
        <a:lstStyle/>
        <a:p>
          <a:endParaRPr lang="de-DE" sz="2400"/>
        </a:p>
      </dgm:t>
    </dgm:pt>
    <dgm:pt modelId="{52432AE4-DF97-4768-A269-E20834374735}" type="pres">
      <dgm:prSet presAssocID="{B291AD82-F5CA-458B-960C-4F251D31AB1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60BF2A4F-FF21-4AD7-8655-D81252EF867C}" type="pres">
      <dgm:prSet presAssocID="{C1596401-0ADA-49D6-836C-EA775B6F0571}" presName="centerShape" presStyleLbl="node0" presStyleIdx="0" presStyleCnt="1"/>
      <dgm:spPr/>
      <dgm:t>
        <a:bodyPr/>
        <a:lstStyle/>
        <a:p>
          <a:endParaRPr lang="de-DE"/>
        </a:p>
      </dgm:t>
    </dgm:pt>
    <dgm:pt modelId="{6992D9BE-B66F-4F18-9AAF-B4408A140944}" type="pres">
      <dgm:prSet presAssocID="{8C43B924-7F1D-4DD5-B1AD-0123B88B5221}" presName="Name9" presStyleLbl="parChTrans1D2" presStyleIdx="0" presStyleCnt="5"/>
      <dgm:spPr/>
      <dgm:t>
        <a:bodyPr/>
        <a:lstStyle/>
        <a:p>
          <a:endParaRPr lang="de-DE"/>
        </a:p>
      </dgm:t>
    </dgm:pt>
    <dgm:pt modelId="{72D6FFCF-C2FF-483F-9B51-25345FEF21C5}" type="pres">
      <dgm:prSet presAssocID="{8C43B924-7F1D-4DD5-B1AD-0123B88B5221}" presName="connTx" presStyleLbl="parChTrans1D2" presStyleIdx="0" presStyleCnt="5"/>
      <dgm:spPr/>
      <dgm:t>
        <a:bodyPr/>
        <a:lstStyle/>
        <a:p>
          <a:endParaRPr lang="de-DE"/>
        </a:p>
      </dgm:t>
    </dgm:pt>
    <dgm:pt modelId="{CD9972A0-D453-4FCB-8E3B-E4EFAD01D121}" type="pres">
      <dgm:prSet presAssocID="{E1C71E68-3824-4865-BB14-651FC521AF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0830239-A840-469F-BB3E-5E7F142AE1A4}" type="pres">
      <dgm:prSet presAssocID="{64087C55-AC28-47FA-BD9F-1D30A341917E}" presName="Name9" presStyleLbl="parChTrans1D2" presStyleIdx="1" presStyleCnt="5"/>
      <dgm:spPr/>
      <dgm:t>
        <a:bodyPr/>
        <a:lstStyle/>
        <a:p>
          <a:endParaRPr lang="de-DE"/>
        </a:p>
      </dgm:t>
    </dgm:pt>
    <dgm:pt modelId="{046EED9F-BF99-426A-BF14-123FB914DBD6}" type="pres">
      <dgm:prSet presAssocID="{64087C55-AC28-47FA-BD9F-1D30A341917E}" presName="connTx" presStyleLbl="parChTrans1D2" presStyleIdx="1" presStyleCnt="5"/>
      <dgm:spPr/>
      <dgm:t>
        <a:bodyPr/>
        <a:lstStyle/>
        <a:p>
          <a:endParaRPr lang="de-DE"/>
        </a:p>
      </dgm:t>
    </dgm:pt>
    <dgm:pt modelId="{F9D90C76-22D7-47E9-A79F-C6203BB97B05}" type="pres">
      <dgm:prSet presAssocID="{288135DB-9174-491A-8A85-7EDB7ACAAA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FB0958F-BB34-4CC3-A8AF-96218C516F1D}" type="pres">
      <dgm:prSet presAssocID="{13FB0C3B-5BBF-4C21-B525-8FD7FB6F837E}" presName="Name9" presStyleLbl="parChTrans1D2" presStyleIdx="2" presStyleCnt="5"/>
      <dgm:spPr/>
      <dgm:t>
        <a:bodyPr/>
        <a:lstStyle/>
        <a:p>
          <a:endParaRPr lang="de-DE"/>
        </a:p>
      </dgm:t>
    </dgm:pt>
    <dgm:pt modelId="{BB849658-68C6-45DF-A536-C513E5DC0C31}" type="pres">
      <dgm:prSet presAssocID="{13FB0C3B-5BBF-4C21-B525-8FD7FB6F837E}" presName="connTx" presStyleLbl="parChTrans1D2" presStyleIdx="2" presStyleCnt="5"/>
      <dgm:spPr/>
      <dgm:t>
        <a:bodyPr/>
        <a:lstStyle/>
        <a:p>
          <a:endParaRPr lang="de-DE"/>
        </a:p>
      </dgm:t>
    </dgm:pt>
    <dgm:pt modelId="{1EFA1DC6-6A01-4231-A22F-12D0809B9D11}" type="pres">
      <dgm:prSet presAssocID="{051F862B-623C-45C6-AFC7-43AF3192A5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4573C76-ABC7-46D5-A6D2-60580E57B437}" type="pres">
      <dgm:prSet presAssocID="{E8B3FEE3-AC75-44FE-BDB4-15A67505E2AD}" presName="Name9" presStyleLbl="parChTrans1D2" presStyleIdx="3" presStyleCnt="5"/>
      <dgm:spPr/>
      <dgm:t>
        <a:bodyPr/>
        <a:lstStyle/>
        <a:p>
          <a:endParaRPr lang="de-DE"/>
        </a:p>
      </dgm:t>
    </dgm:pt>
    <dgm:pt modelId="{D296B927-291A-4385-B610-1F15DDFF7EBD}" type="pres">
      <dgm:prSet presAssocID="{E8B3FEE3-AC75-44FE-BDB4-15A67505E2AD}" presName="connTx" presStyleLbl="parChTrans1D2" presStyleIdx="3" presStyleCnt="5"/>
      <dgm:spPr/>
      <dgm:t>
        <a:bodyPr/>
        <a:lstStyle/>
        <a:p>
          <a:endParaRPr lang="de-DE"/>
        </a:p>
      </dgm:t>
    </dgm:pt>
    <dgm:pt modelId="{64BEA76F-933B-4266-BF20-D3418A90BE2F}" type="pres">
      <dgm:prSet presAssocID="{4DC66341-7640-42C6-875D-40DC4924EA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5A654F0-AE14-45C9-9CD3-83B5DA9258B0}" type="pres">
      <dgm:prSet presAssocID="{76CC9E01-DABB-4794-8269-AEBD5494F842}" presName="Name9" presStyleLbl="parChTrans1D2" presStyleIdx="4" presStyleCnt="5"/>
      <dgm:spPr/>
      <dgm:t>
        <a:bodyPr/>
        <a:lstStyle/>
        <a:p>
          <a:endParaRPr lang="de-DE"/>
        </a:p>
      </dgm:t>
    </dgm:pt>
    <dgm:pt modelId="{B530255D-19D5-4C7E-B60D-FD7BADDECB40}" type="pres">
      <dgm:prSet presAssocID="{76CC9E01-DABB-4794-8269-AEBD5494F842}" presName="connTx" presStyleLbl="parChTrans1D2" presStyleIdx="4" presStyleCnt="5"/>
      <dgm:spPr/>
      <dgm:t>
        <a:bodyPr/>
        <a:lstStyle/>
        <a:p>
          <a:endParaRPr lang="de-DE"/>
        </a:p>
      </dgm:t>
    </dgm:pt>
    <dgm:pt modelId="{8EDAC933-FF85-4784-BBC1-EB512470EC5A}" type="pres">
      <dgm:prSet presAssocID="{961E7691-D542-4927-B6CC-55A7E44E3B5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D9A9CBB1-A3FD-4AB0-ABAB-541ED6AFFDE8}" type="presOf" srcId="{76CC9E01-DABB-4794-8269-AEBD5494F842}" destId="{A5A654F0-AE14-45C9-9CD3-83B5DA9258B0}" srcOrd="0" destOrd="0" presId="urn:microsoft.com/office/officeart/2005/8/layout/radial1"/>
    <dgm:cxn modelId="{0AC20DC3-8308-4686-9EB4-25F46009B5CA}" srcId="{C1596401-0ADA-49D6-836C-EA775B6F0571}" destId="{288135DB-9174-491A-8A85-7EDB7ACAAA01}" srcOrd="1" destOrd="0" parTransId="{64087C55-AC28-47FA-BD9F-1D30A341917E}" sibTransId="{A157FFB7-B1BB-4EBE-AE43-EE4952F75EDA}"/>
    <dgm:cxn modelId="{90368B12-B932-432B-A135-7E7E3A2FA83B}" srcId="{C1596401-0ADA-49D6-836C-EA775B6F0571}" destId="{961E7691-D542-4927-B6CC-55A7E44E3B54}" srcOrd="4" destOrd="0" parTransId="{76CC9E01-DABB-4794-8269-AEBD5494F842}" sibTransId="{DDFC8C60-0948-4D0B-A7CF-1046CB9AF3E7}"/>
    <dgm:cxn modelId="{A0708097-481F-4E24-9026-546AE204B1E9}" type="presOf" srcId="{288135DB-9174-491A-8A85-7EDB7ACAAA01}" destId="{F9D90C76-22D7-47E9-A79F-C6203BB97B05}" srcOrd="0" destOrd="0" presId="urn:microsoft.com/office/officeart/2005/8/layout/radial1"/>
    <dgm:cxn modelId="{16FDD854-F0B3-4E7A-B753-EFC761911241}" srcId="{C1596401-0ADA-49D6-836C-EA775B6F0571}" destId="{4DC66341-7640-42C6-875D-40DC4924EA19}" srcOrd="3" destOrd="0" parTransId="{E8B3FEE3-AC75-44FE-BDB4-15A67505E2AD}" sibTransId="{F7F2793B-3563-4547-AA3E-8DDB72E856E1}"/>
    <dgm:cxn modelId="{ED9B1D67-FEF4-429C-8DD3-3A3ECCD5FEBE}" type="presOf" srcId="{E1C71E68-3824-4865-BB14-651FC521AF9F}" destId="{CD9972A0-D453-4FCB-8E3B-E4EFAD01D121}" srcOrd="0" destOrd="0" presId="urn:microsoft.com/office/officeart/2005/8/layout/radial1"/>
    <dgm:cxn modelId="{F5147E55-9C9D-4580-8B2A-4A3B18B611F0}" type="presOf" srcId="{64087C55-AC28-47FA-BD9F-1D30A341917E}" destId="{046EED9F-BF99-426A-BF14-123FB914DBD6}" srcOrd="1" destOrd="0" presId="urn:microsoft.com/office/officeart/2005/8/layout/radial1"/>
    <dgm:cxn modelId="{42EB343A-9F4E-45A7-A8B9-0FE0BDCC5D57}" srcId="{C1596401-0ADA-49D6-836C-EA775B6F0571}" destId="{051F862B-623C-45C6-AFC7-43AF3192A5F9}" srcOrd="2" destOrd="0" parTransId="{13FB0C3B-5BBF-4C21-B525-8FD7FB6F837E}" sibTransId="{B1622A4B-2D8C-4E86-B660-217D5151902B}"/>
    <dgm:cxn modelId="{080F854D-5D0C-437E-8BD1-D3FD578C4E73}" type="presOf" srcId="{76CC9E01-DABB-4794-8269-AEBD5494F842}" destId="{B530255D-19D5-4C7E-B60D-FD7BADDECB40}" srcOrd="1" destOrd="0" presId="urn:microsoft.com/office/officeart/2005/8/layout/radial1"/>
    <dgm:cxn modelId="{5AAE4B44-C786-4400-8ECF-FE97AD51FC19}" type="presOf" srcId="{8C43B924-7F1D-4DD5-B1AD-0123B88B5221}" destId="{72D6FFCF-C2FF-483F-9B51-25345FEF21C5}" srcOrd="1" destOrd="0" presId="urn:microsoft.com/office/officeart/2005/8/layout/radial1"/>
    <dgm:cxn modelId="{9A8BB299-4B85-4E10-91DB-7C09D24CB7AF}" type="presOf" srcId="{051F862B-623C-45C6-AFC7-43AF3192A5F9}" destId="{1EFA1DC6-6A01-4231-A22F-12D0809B9D11}" srcOrd="0" destOrd="0" presId="urn:microsoft.com/office/officeart/2005/8/layout/radial1"/>
    <dgm:cxn modelId="{CE37F8BA-DE16-47D9-880E-8B5E23720DCE}" type="presOf" srcId="{E8B3FEE3-AC75-44FE-BDB4-15A67505E2AD}" destId="{D296B927-291A-4385-B610-1F15DDFF7EBD}" srcOrd="1" destOrd="0" presId="urn:microsoft.com/office/officeart/2005/8/layout/radial1"/>
    <dgm:cxn modelId="{43E293A7-390E-4961-B7C8-61513C8673CE}" type="presOf" srcId="{C1596401-0ADA-49D6-836C-EA775B6F0571}" destId="{60BF2A4F-FF21-4AD7-8655-D81252EF867C}" srcOrd="0" destOrd="0" presId="urn:microsoft.com/office/officeart/2005/8/layout/radial1"/>
    <dgm:cxn modelId="{27DBACEE-99DC-4B6D-9586-F832B4BBD8AA}" type="presOf" srcId="{13FB0C3B-5BBF-4C21-B525-8FD7FB6F837E}" destId="{FFB0958F-BB34-4CC3-A8AF-96218C516F1D}" srcOrd="0" destOrd="0" presId="urn:microsoft.com/office/officeart/2005/8/layout/radial1"/>
    <dgm:cxn modelId="{D07BBE4C-2590-4E8C-A17F-AEC0C570A39D}" type="presOf" srcId="{B291AD82-F5CA-458B-960C-4F251D31AB10}" destId="{52432AE4-DF97-4768-A269-E20834374735}" srcOrd="0" destOrd="0" presId="urn:microsoft.com/office/officeart/2005/8/layout/radial1"/>
    <dgm:cxn modelId="{B9951911-DAA4-4951-AE56-61F84DF22CAE}" type="presOf" srcId="{13FB0C3B-5BBF-4C21-B525-8FD7FB6F837E}" destId="{BB849658-68C6-45DF-A536-C513E5DC0C31}" srcOrd="1" destOrd="0" presId="urn:microsoft.com/office/officeart/2005/8/layout/radial1"/>
    <dgm:cxn modelId="{5F5CFB40-7800-44E2-BEEF-8B85C26B80C6}" type="presOf" srcId="{64087C55-AC28-47FA-BD9F-1D30A341917E}" destId="{D0830239-A840-469F-BB3E-5E7F142AE1A4}" srcOrd="0" destOrd="0" presId="urn:microsoft.com/office/officeart/2005/8/layout/radial1"/>
    <dgm:cxn modelId="{DF815DC2-31C5-42B2-97B9-F18270AD7FB0}" type="presOf" srcId="{961E7691-D542-4927-B6CC-55A7E44E3B54}" destId="{8EDAC933-FF85-4784-BBC1-EB512470EC5A}" srcOrd="0" destOrd="0" presId="urn:microsoft.com/office/officeart/2005/8/layout/radial1"/>
    <dgm:cxn modelId="{ADA9D8E3-8D19-4B09-9BF3-7BD0E354B76C}" type="presOf" srcId="{4DC66341-7640-42C6-875D-40DC4924EA19}" destId="{64BEA76F-933B-4266-BF20-D3418A90BE2F}" srcOrd="0" destOrd="0" presId="urn:microsoft.com/office/officeart/2005/8/layout/radial1"/>
    <dgm:cxn modelId="{35F49174-14BD-4C18-990A-A3BE7B168399}" type="presOf" srcId="{E8B3FEE3-AC75-44FE-BDB4-15A67505E2AD}" destId="{94573C76-ABC7-46D5-A6D2-60580E57B437}" srcOrd="0" destOrd="0" presId="urn:microsoft.com/office/officeart/2005/8/layout/radial1"/>
    <dgm:cxn modelId="{3A86F9F7-0FEB-4514-8D11-102FBD2625BB}" srcId="{C1596401-0ADA-49D6-836C-EA775B6F0571}" destId="{E1C71E68-3824-4865-BB14-651FC521AF9F}" srcOrd="0" destOrd="0" parTransId="{8C43B924-7F1D-4DD5-B1AD-0123B88B5221}" sibTransId="{FBC02DDA-423C-498D-9DF4-3EFF2D2071ED}"/>
    <dgm:cxn modelId="{EB34D64B-F51C-4D27-86B0-E83F38F8650E}" type="presOf" srcId="{8C43B924-7F1D-4DD5-B1AD-0123B88B5221}" destId="{6992D9BE-B66F-4F18-9AAF-B4408A140944}" srcOrd="0" destOrd="0" presId="urn:microsoft.com/office/officeart/2005/8/layout/radial1"/>
    <dgm:cxn modelId="{976FE693-09BF-4CF5-868B-4B5D4634B13B}" srcId="{B291AD82-F5CA-458B-960C-4F251D31AB10}" destId="{C1596401-0ADA-49D6-836C-EA775B6F0571}" srcOrd="0" destOrd="0" parTransId="{D78B129A-9D90-4818-985F-C88886079902}" sibTransId="{FF4D5C8B-6302-4000-95F7-176C66F57ACC}"/>
    <dgm:cxn modelId="{18CC6945-010A-4907-807B-D58E11E91E04}" type="presParOf" srcId="{52432AE4-DF97-4768-A269-E20834374735}" destId="{60BF2A4F-FF21-4AD7-8655-D81252EF867C}" srcOrd="0" destOrd="0" presId="urn:microsoft.com/office/officeart/2005/8/layout/radial1"/>
    <dgm:cxn modelId="{62965786-3EC8-4302-AE09-B25D535B7DB6}" type="presParOf" srcId="{52432AE4-DF97-4768-A269-E20834374735}" destId="{6992D9BE-B66F-4F18-9AAF-B4408A140944}" srcOrd="1" destOrd="0" presId="urn:microsoft.com/office/officeart/2005/8/layout/radial1"/>
    <dgm:cxn modelId="{096F3D7B-670D-4C17-AA14-13F933D402E0}" type="presParOf" srcId="{6992D9BE-B66F-4F18-9AAF-B4408A140944}" destId="{72D6FFCF-C2FF-483F-9B51-25345FEF21C5}" srcOrd="0" destOrd="0" presId="urn:microsoft.com/office/officeart/2005/8/layout/radial1"/>
    <dgm:cxn modelId="{2AA72E4C-F00A-49C3-957E-2E3699945266}" type="presParOf" srcId="{52432AE4-DF97-4768-A269-E20834374735}" destId="{CD9972A0-D453-4FCB-8E3B-E4EFAD01D121}" srcOrd="2" destOrd="0" presId="urn:microsoft.com/office/officeart/2005/8/layout/radial1"/>
    <dgm:cxn modelId="{845165D6-0D46-44AB-8757-3E045708D014}" type="presParOf" srcId="{52432AE4-DF97-4768-A269-E20834374735}" destId="{D0830239-A840-469F-BB3E-5E7F142AE1A4}" srcOrd="3" destOrd="0" presId="urn:microsoft.com/office/officeart/2005/8/layout/radial1"/>
    <dgm:cxn modelId="{6A341246-3E4C-4F99-9EF7-CD0D090018B0}" type="presParOf" srcId="{D0830239-A840-469F-BB3E-5E7F142AE1A4}" destId="{046EED9F-BF99-426A-BF14-123FB914DBD6}" srcOrd="0" destOrd="0" presId="urn:microsoft.com/office/officeart/2005/8/layout/radial1"/>
    <dgm:cxn modelId="{8E5DCA8E-1870-4120-BA0F-55FFB1C52D5A}" type="presParOf" srcId="{52432AE4-DF97-4768-A269-E20834374735}" destId="{F9D90C76-22D7-47E9-A79F-C6203BB97B05}" srcOrd="4" destOrd="0" presId="urn:microsoft.com/office/officeart/2005/8/layout/radial1"/>
    <dgm:cxn modelId="{4694E768-6766-4496-B39C-1D64E8F21540}" type="presParOf" srcId="{52432AE4-DF97-4768-A269-E20834374735}" destId="{FFB0958F-BB34-4CC3-A8AF-96218C516F1D}" srcOrd="5" destOrd="0" presId="urn:microsoft.com/office/officeart/2005/8/layout/radial1"/>
    <dgm:cxn modelId="{B91F966B-50D6-40CF-A55C-29224F55AA5C}" type="presParOf" srcId="{FFB0958F-BB34-4CC3-A8AF-96218C516F1D}" destId="{BB849658-68C6-45DF-A536-C513E5DC0C31}" srcOrd="0" destOrd="0" presId="urn:microsoft.com/office/officeart/2005/8/layout/radial1"/>
    <dgm:cxn modelId="{5697BA15-991A-47DA-B30F-E3EE2038DA15}" type="presParOf" srcId="{52432AE4-DF97-4768-A269-E20834374735}" destId="{1EFA1DC6-6A01-4231-A22F-12D0809B9D11}" srcOrd="6" destOrd="0" presId="urn:microsoft.com/office/officeart/2005/8/layout/radial1"/>
    <dgm:cxn modelId="{96C87BE4-6140-4D2B-AC3D-7A28EFDE936C}" type="presParOf" srcId="{52432AE4-DF97-4768-A269-E20834374735}" destId="{94573C76-ABC7-46D5-A6D2-60580E57B437}" srcOrd="7" destOrd="0" presId="urn:microsoft.com/office/officeart/2005/8/layout/radial1"/>
    <dgm:cxn modelId="{8476C976-061A-4009-A8D3-E9F94C2B3F6C}" type="presParOf" srcId="{94573C76-ABC7-46D5-A6D2-60580E57B437}" destId="{D296B927-291A-4385-B610-1F15DDFF7EBD}" srcOrd="0" destOrd="0" presId="urn:microsoft.com/office/officeart/2005/8/layout/radial1"/>
    <dgm:cxn modelId="{46E03429-67AA-47B6-9F25-17A88FCE6112}" type="presParOf" srcId="{52432AE4-DF97-4768-A269-E20834374735}" destId="{64BEA76F-933B-4266-BF20-D3418A90BE2F}" srcOrd="8" destOrd="0" presId="urn:microsoft.com/office/officeart/2005/8/layout/radial1"/>
    <dgm:cxn modelId="{E3013022-078E-43C5-805B-E3CAADB59476}" type="presParOf" srcId="{52432AE4-DF97-4768-A269-E20834374735}" destId="{A5A654F0-AE14-45C9-9CD3-83B5DA9258B0}" srcOrd="9" destOrd="0" presId="urn:microsoft.com/office/officeart/2005/8/layout/radial1"/>
    <dgm:cxn modelId="{89CB2CBF-93C9-4D2A-B607-289DB236FC20}" type="presParOf" srcId="{A5A654F0-AE14-45C9-9CD3-83B5DA9258B0}" destId="{B530255D-19D5-4C7E-B60D-FD7BADDECB40}" srcOrd="0" destOrd="0" presId="urn:microsoft.com/office/officeart/2005/8/layout/radial1"/>
    <dgm:cxn modelId="{64F7E96C-7148-4825-901E-EB15CC0B6FCB}" type="presParOf" srcId="{52432AE4-DF97-4768-A269-E20834374735}" destId="{8EDAC933-FF85-4784-BBC1-EB512470EC5A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91AD82-F5CA-458B-960C-4F251D31AB10}" type="doc">
      <dgm:prSet loTypeId="urn:microsoft.com/office/officeart/2005/8/layout/radial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596401-0ADA-49D6-836C-EA775B6F0571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2400" dirty="0" smtClean="0"/>
            <a:t>Projekt MFA</a:t>
          </a:r>
          <a:endParaRPr lang="de-DE" sz="2400" dirty="0"/>
        </a:p>
      </dgm:t>
    </dgm:pt>
    <dgm:pt modelId="{D78B129A-9D90-4818-985F-C88886079902}" type="parTrans" cxnId="{976FE693-09BF-4CF5-868B-4B5D4634B13B}">
      <dgm:prSet/>
      <dgm:spPr/>
      <dgm:t>
        <a:bodyPr/>
        <a:lstStyle/>
        <a:p>
          <a:endParaRPr lang="de-DE" sz="2400"/>
        </a:p>
      </dgm:t>
    </dgm:pt>
    <dgm:pt modelId="{FF4D5C8B-6302-4000-95F7-176C66F57ACC}" type="sibTrans" cxnId="{976FE693-09BF-4CF5-868B-4B5D4634B13B}">
      <dgm:prSet/>
      <dgm:spPr/>
      <dgm:t>
        <a:bodyPr/>
        <a:lstStyle/>
        <a:p>
          <a:endParaRPr lang="de-DE" sz="2400"/>
        </a:p>
      </dgm:t>
    </dgm:pt>
    <dgm:pt modelId="{E1C71E68-3824-4865-BB14-651FC521AF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¤</a:t>
          </a:r>
          <a:endParaRPr lang="de-DE" sz="4800" dirty="0">
            <a:latin typeface="Webdings" panose="05030102010509060703" pitchFamily="18" charset="2"/>
          </a:endParaRPr>
        </a:p>
      </dgm:t>
    </dgm:pt>
    <dgm:pt modelId="{8C43B924-7F1D-4DD5-B1AD-0123B88B5221}" type="parTrans" cxnId="{3A86F9F7-0FEB-4514-8D11-102FBD2625BB}">
      <dgm:prSet custT="1"/>
      <dgm:spPr/>
      <dgm:t>
        <a:bodyPr/>
        <a:lstStyle/>
        <a:p>
          <a:endParaRPr lang="de-DE" sz="2400"/>
        </a:p>
      </dgm:t>
    </dgm:pt>
    <dgm:pt modelId="{FBC02DDA-423C-498D-9DF4-3EFF2D2071ED}" type="sibTrans" cxnId="{3A86F9F7-0FEB-4514-8D11-102FBD2625BB}">
      <dgm:prSet/>
      <dgm:spPr/>
      <dgm:t>
        <a:bodyPr/>
        <a:lstStyle/>
        <a:p>
          <a:endParaRPr lang="de-DE" sz="2400"/>
        </a:p>
      </dgm:t>
    </dgm:pt>
    <dgm:pt modelId="{288135DB-9174-491A-8A85-7EDB7ACAAA01}">
      <dgm:prSet phldrT="[Text]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¦</a:t>
          </a:r>
          <a:endParaRPr lang="de-DE" sz="4800" dirty="0">
            <a:latin typeface="Webdings" panose="05030102010509060703" pitchFamily="18" charset="2"/>
          </a:endParaRPr>
        </a:p>
      </dgm:t>
    </dgm:pt>
    <dgm:pt modelId="{64087C55-AC28-47FA-BD9F-1D30A341917E}" type="parTrans" cxnId="{0AC20DC3-8308-4686-9EB4-25F46009B5CA}">
      <dgm:prSet custT="1"/>
      <dgm:spPr/>
      <dgm:t>
        <a:bodyPr/>
        <a:lstStyle/>
        <a:p>
          <a:endParaRPr lang="de-DE" sz="2400"/>
        </a:p>
      </dgm:t>
    </dgm:pt>
    <dgm:pt modelId="{A157FFB7-B1BB-4EBE-AE43-EE4952F75EDA}" type="sibTrans" cxnId="{0AC20DC3-8308-4686-9EB4-25F46009B5CA}">
      <dgm:prSet/>
      <dgm:spPr/>
      <dgm:t>
        <a:bodyPr/>
        <a:lstStyle/>
        <a:p>
          <a:endParaRPr lang="de-DE" sz="2400"/>
        </a:p>
      </dgm:t>
    </dgm:pt>
    <dgm:pt modelId="{051F862B-623C-45C6-AFC7-43AF3192A5F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U</a:t>
          </a:r>
          <a:endParaRPr lang="de-DE" sz="4800" dirty="0">
            <a:latin typeface="Webdings" panose="05030102010509060703" pitchFamily="18" charset="2"/>
          </a:endParaRPr>
        </a:p>
      </dgm:t>
    </dgm:pt>
    <dgm:pt modelId="{13FB0C3B-5BBF-4C21-B525-8FD7FB6F837E}" type="parTrans" cxnId="{42EB343A-9F4E-45A7-A8B9-0FE0BDCC5D57}">
      <dgm:prSet custT="1"/>
      <dgm:spPr/>
      <dgm:t>
        <a:bodyPr/>
        <a:lstStyle/>
        <a:p>
          <a:endParaRPr lang="de-DE" sz="2400"/>
        </a:p>
      </dgm:t>
    </dgm:pt>
    <dgm:pt modelId="{B1622A4B-2D8C-4E86-B660-217D5151902B}" type="sibTrans" cxnId="{42EB343A-9F4E-45A7-A8B9-0FE0BDCC5D57}">
      <dgm:prSet/>
      <dgm:spPr/>
      <dgm:t>
        <a:bodyPr/>
        <a:lstStyle/>
        <a:p>
          <a:endParaRPr lang="de-DE" sz="2400"/>
        </a:p>
      </dgm:t>
    </dgm:pt>
    <dgm:pt modelId="{4DC66341-7640-42C6-875D-40DC4924EA1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Â</a:t>
          </a:r>
          <a:endParaRPr lang="de-DE" sz="4800" dirty="0">
            <a:latin typeface="Webdings" panose="05030102010509060703" pitchFamily="18" charset="2"/>
          </a:endParaRPr>
        </a:p>
      </dgm:t>
    </dgm:pt>
    <dgm:pt modelId="{E8B3FEE3-AC75-44FE-BDB4-15A67505E2AD}" type="parTrans" cxnId="{16FDD854-F0B3-4E7A-B753-EFC761911241}">
      <dgm:prSet custT="1"/>
      <dgm:spPr/>
      <dgm:t>
        <a:bodyPr/>
        <a:lstStyle/>
        <a:p>
          <a:endParaRPr lang="de-DE" sz="2400"/>
        </a:p>
      </dgm:t>
    </dgm:pt>
    <dgm:pt modelId="{F7F2793B-3563-4547-AA3E-8DDB72E856E1}" type="sibTrans" cxnId="{16FDD854-F0B3-4E7A-B753-EFC761911241}">
      <dgm:prSet/>
      <dgm:spPr/>
      <dgm:t>
        <a:bodyPr/>
        <a:lstStyle/>
        <a:p>
          <a:endParaRPr lang="de-DE" sz="2400"/>
        </a:p>
      </dgm:t>
    </dgm:pt>
    <dgm:pt modelId="{961E7691-D542-4927-B6CC-55A7E44E3B5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F</a:t>
          </a:r>
          <a:endParaRPr lang="de-DE" sz="4800" dirty="0">
            <a:latin typeface="Webdings" panose="05030102010509060703" pitchFamily="18" charset="2"/>
          </a:endParaRPr>
        </a:p>
      </dgm:t>
    </dgm:pt>
    <dgm:pt modelId="{76CC9E01-DABB-4794-8269-AEBD5494F842}" type="parTrans" cxnId="{90368B12-B932-432B-A135-7E7E3A2FA83B}">
      <dgm:prSet custT="1"/>
      <dgm:spPr/>
      <dgm:t>
        <a:bodyPr/>
        <a:lstStyle/>
        <a:p>
          <a:endParaRPr lang="de-DE" sz="2400"/>
        </a:p>
      </dgm:t>
    </dgm:pt>
    <dgm:pt modelId="{DDFC8C60-0948-4D0B-A7CF-1046CB9AF3E7}" type="sibTrans" cxnId="{90368B12-B932-432B-A135-7E7E3A2FA83B}">
      <dgm:prSet/>
      <dgm:spPr/>
      <dgm:t>
        <a:bodyPr/>
        <a:lstStyle/>
        <a:p>
          <a:endParaRPr lang="de-DE" sz="2400"/>
        </a:p>
      </dgm:t>
    </dgm:pt>
    <dgm:pt modelId="{52432AE4-DF97-4768-A269-E20834374735}" type="pres">
      <dgm:prSet presAssocID="{B291AD82-F5CA-458B-960C-4F251D31AB1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60BF2A4F-FF21-4AD7-8655-D81252EF867C}" type="pres">
      <dgm:prSet presAssocID="{C1596401-0ADA-49D6-836C-EA775B6F0571}" presName="centerShape" presStyleLbl="node0" presStyleIdx="0" presStyleCnt="1"/>
      <dgm:spPr/>
      <dgm:t>
        <a:bodyPr/>
        <a:lstStyle/>
        <a:p>
          <a:endParaRPr lang="de-DE"/>
        </a:p>
      </dgm:t>
    </dgm:pt>
    <dgm:pt modelId="{6992D9BE-B66F-4F18-9AAF-B4408A140944}" type="pres">
      <dgm:prSet presAssocID="{8C43B924-7F1D-4DD5-B1AD-0123B88B5221}" presName="Name9" presStyleLbl="parChTrans1D2" presStyleIdx="0" presStyleCnt="5"/>
      <dgm:spPr/>
      <dgm:t>
        <a:bodyPr/>
        <a:lstStyle/>
        <a:p>
          <a:endParaRPr lang="de-DE"/>
        </a:p>
      </dgm:t>
    </dgm:pt>
    <dgm:pt modelId="{72D6FFCF-C2FF-483F-9B51-25345FEF21C5}" type="pres">
      <dgm:prSet presAssocID="{8C43B924-7F1D-4DD5-B1AD-0123B88B5221}" presName="connTx" presStyleLbl="parChTrans1D2" presStyleIdx="0" presStyleCnt="5"/>
      <dgm:spPr/>
      <dgm:t>
        <a:bodyPr/>
        <a:lstStyle/>
        <a:p>
          <a:endParaRPr lang="de-DE"/>
        </a:p>
      </dgm:t>
    </dgm:pt>
    <dgm:pt modelId="{CD9972A0-D453-4FCB-8E3B-E4EFAD01D121}" type="pres">
      <dgm:prSet presAssocID="{E1C71E68-3824-4865-BB14-651FC521AF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0830239-A840-469F-BB3E-5E7F142AE1A4}" type="pres">
      <dgm:prSet presAssocID="{64087C55-AC28-47FA-BD9F-1D30A341917E}" presName="Name9" presStyleLbl="parChTrans1D2" presStyleIdx="1" presStyleCnt="5"/>
      <dgm:spPr/>
      <dgm:t>
        <a:bodyPr/>
        <a:lstStyle/>
        <a:p>
          <a:endParaRPr lang="de-DE"/>
        </a:p>
      </dgm:t>
    </dgm:pt>
    <dgm:pt modelId="{046EED9F-BF99-426A-BF14-123FB914DBD6}" type="pres">
      <dgm:prSet presAssocID="{64087C55-AC28-47FA-BD9F-1D30A341917E}" presName="connTx" presStyleLbl="parChTrans1D2" presStyleIdx="1" presStyleCnt="5"/>
      <dgm:spPr/>
      <dgm:t>
        <a:bodyPr/>
        <a:lstStyle/>
        <a:p>
          <a:endParaRPr lang="de-DE"/>
        </a:p>
      </dgm:t>
    </dgm:pt>
    <dgm:pt modelId="{F9D90C76-22D7-47E9-A79F-C6203BB97B05}" type="pres">
      <dgm:prSet presAssocID="{288135DB-9174-491A-8A85-7EDB7ACAAA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FB0958F-BB34-4CC3-A8AF-96218C516F1D}" type="pres">
      <dgm:prSet presAssocID="{13FB0C3B-5BBF-4C21-B525-8FD7FB6F837E}" presName="Name9" presStyleLbl="parChTrans1D2" presStyleIdx="2" presStyleCnt="5"/>
      <dgm:spPr/>
      <dgm:t>
        <a:bodyPr/>
        <a:lstStyle/>
        <a:p>
          <a:endParaRPr lang="de-DE"/>
        </a:p>
      </dgm:t>
    </dgm:pt>
    <dgm:pt modelId="{BB849658-68C6-45DF-A536-C513E5DC0C31}" type="pres">
      <dgm:prSet presAssocID="{13FB0C3B-5BBF-4C21-B525-8FD7FB6F837E}" presName="connTx" presStyleLbl="parChTrans1D2" presStyleIdx="2" presStyleCnt="5"/>
      <dgm:spPr/>
      <dgm:t>
        <a:bodyPr/>
        <a:lstStyle/>
        <a:p>
          <a:endParaRPr lang="de-DE"/>
        </a:p>
      </dgm:t>
    </dgm:pt>
    <dgm:pt modelId="{1EFA1DC6-6A01-4231-A22F-12D0809B9D11}" type="pres">
      <dgm:prSet presAssocID="{051F862B-623C-45C6-AFC7-43AF3192A5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4573C76-ABC7-46D5-A6D2-60580E57B437}" type="pres">
      <dgm:prSet presAssocID="{E8B3FEE3-AC75-44FE-BDB4-15A67505E2AD}" presName="Name9" presStyleLbl="parChTrans1D2" presStyleIdx="3" presStyleCnt="5"/>
      <dgm:spPr/>
      <dgm:t>
        <a:bodyPr/>
        <a:lstStyle/>
        <a:p>
          <a:endParaRPr lang="de-DE"/>
        </a:p>
      </dgm:t>
    </dgm:pt>
    <dgm:pt modelId="{D296B927-291A-4385-B610-1F15DDFF7EBD}" type="pres">
      <dgm:prSet presAssocID="{E8B3FEE3-AC75-44FE-BDB4-15A67505E2AD}" presName="connTx" presStyleLbl="parChTrans1D2" presStyleIdx="3" presStyleCnt="5"/>
      <dgm:spPr/>
      <dgm:t>
        <a:bodyPr/>
        <a:lstStyle/>
        <a:p>
          <a:endParaRPr lang="de-DE"/>
        </a:p>
      </dgm:t>
    </dgm:pt>
    <dgm:pt modelId="{64BEA76F-933B-4266-BF20-D3418A90BE2F}" type="pres">
      <dgm:prSet presAssocID="{4DC66341-7640-42C6-875D-40DC4924EA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5A654F0-AE14-45C9-9CD3-83B5DA9258B0}" type="pres">
      <dgm:prSet presAssocID="{76CC9E01-DABB-4794-8269-AEBD5494F842}" presName="Name9" presStyleLbl="parChTrans1D2" presStyleIdx="4" presStyleCnt="5"/>
      <dgm:spPr/>
      <dgm:t>
        <a:bodyPr/>
        <a:lstStyle/>
        <a:p>
          <a:endParaRPr lang="de-DE"/>
        </a:p>
      </dgm:t>
    </dgm:pt>
    <dgm:pt modelId="{B530255D-19D5-4C7E-B60D-FD7BADDECB40}" type="pres">
      <dgm:prSet presAssocID="{76CC9E01-DABB-4794-8269-AEBD5494F842}" presName="connTx" presStyleLbl="parChTrans1D2" presStyleIdx="4" presStyleCnt="5"/>
      <dgm:spPr/>
      <dgm:t>
        <a:bodyPr/>
        <a:lstStyle/>
        <a:p>
          <a:endParaRPr lang="de-DE"/>
        </a:p>
      </dgm:t>
    </dgm:pt>
    <dgm:pt modelId="{8EDAC933-FF85-4784-BBC1-EB512470EC5A}" type="pres">
      <dgm:prSet presAssocID="{961E7691-D542-4927-B6CC-55A7E44E3B5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E2A2AD4-52A4-40AA-A830-339D3244BBFC}" type="presOf" srcId="{051F862B-623C-45C6-AFC7-43AF3192A5F9}" destId="{1EFA1DC6-6A01-4231-A22F-12D0809B9D11}" srcOrd="0" destOrd="0" presId="urn:microsoft.com/office/officeart/2005/8/layout/radial1"/>
    <dgm:cxn modelId="{650DF6E0-2208-49CD-A1DD-04C1015812C3}" type="presOf" srcId="{8C43B924-7F1D-4DD5-B1AD-0123B88B5221}" destId="{6992D9BE-B66F-4F18-9AAF-B4408A140944}" srcOrd="0" destOrd="0" presId="urn:microsoft.com/office/officeart/2005/8/layout/radial1"/>
    <dgm:cxn modelId="{05035FBB-E743-456B-AB52-A2BDC7C04A73}" type="presOf" srcId="{8C43B924-7F1D-4DD5-B1AD-0123B88B5221}" destId="{72D6FFCF-C2FF-483F-9B51-25345FEF21C5}" srcOrd="1" destOrd="0" presId="urn:microsoft.com/office/officeart/2005/8/layout/radial1"/>
    <dgm:cxn modelId="{6D152F81-4381-4AC4-82E5-D4FFD1F71F4D}" type="presOf" srcId="{13FB0C3B-5BBF-4C21-B525-8FD7FB6F837E}" destId="{BB849658-68C6-45DF-A536-C513E5DC0C31}" srcOrd="1" destOrd="0" presId="urn:microsoft.com/office/officeart/2005/8/layout/radial1"/>
    <dgm:cxn modelId="{3A86F9F7-0FEB-4514-8D11-102FBD2625BB}" srcId="{C1596401-0ADA-49D6-836C-EA775B6F0571}" destId="{E1C71E68-3824-4865-BB14-651FC521AF9F}" srcOrd="0" destOrd="0" parTransId="{8C43B924-7F1D-4DD5-B1AD-0123B88B5221}" sibTransId="{FBC02DDA-423C-498D-9DF4-3EFF2D2071ED}"/>
    <dgm:cxn modelId="{976FE693-09BF-4CF5-868B-4B5D4634B13B}" srcId="{B291AD82-F5CA-458B-960C-4F251D31AB10}" destId="{C1596401-0ADA-49D6-836C-EA775B6F0571}" srcOrd="0" destOrd="0" parTransId="{D78B129A-9D90-4818-985F-C88886079902}" sibTransId="{FF4D5C8B-6302-4000-95F7-176C66F57ACC}"/>
    <dgm:cxn modelId="{0AC20DC3-8308-4686-9EB4-25F46009B5CA}" srcId="{C1596401-0ADA-49D6-836C-EA775B6F0571}" destId="{288135DB-9174-491A-8A85-7EDB7ACAAA01}" srcOrd="1" destOrd="0" parTransId="{64087C55-AC28-47FA-BD9F-1D30A341917E}" sibTransId="{A157FFB7-B1BB-4EBE-AE43-EE4952F75EDA}"/>
    <dgm:cxn modelId="{4F73F851-3E22-4C55-B24B-D603C7791EBB}" type="presOf" srcId="{E8B3FEE3-AC75-44FE-BDB4-15A67505E2AD}" destId="{94573C76-ABC7-46D5-A6D2-60580E57B437}" srcOrd="0" destOrd="0" presId="urn:microsoft.com/office/officeart/2005/8/layout/radial1"/>
    <dgm:cxn modelId="{90368B12-B932-432B-A135-7E7E3A2FA83B}" srcId="{C1596401-0ADA-49D6-836C-EA775B6F0571}" destId="{961E7691-D542-4927-B6CC-55A7E44E3B54}" srcOrd="4" destOrd="0" parTransId="{76CC9E01-DABB-4794-8269-AEBD5494F842}" sibTransId="{DDFC8C60-0948-4D0B-A7CF-1046CB9AF3E7}"/>
    <dgm:cxn modelId="{42EB343A-9F4E-45A7-A8B9-0FE0BDCC5D57}" srcId="{C1596401-0ADA-49D6-836C-EA775B6F0571}" destId="{051F862B-623C-45C6-AFC7-43AF3192A5F9}" srcOrd="2" destOrd="0" parTransId="{13FB0C3B-5BBF-4C21-B525-8FD7FB6F837E}" sibTransId="{B1622A4B-2D8C-4E86-B660-217D5151902B}"/>
    <dgm:cxn modelId="{A7F4D31F-F55B-4577-8C7F-578DDFCD47F2}" type="presOf" srcId="{E8B3FEE3-AC75-44FE-BDB4-15A67505E2AD}" destId="{D296B927-291A-4385-B610-1F15DDFF7EBD}" srcOrd="1" destOrd="0" presId="urn:microsoft.com/office/officeart/2005/8/layout/radial1"/>
    <dgm:cxn modelId="{E6A0A275-3618-422E-BF8D-1E1F0D72BC6E}" type="presOf" srcId="{E1C71E68-3824-4865-BB14-651FC521AF9F}" destId="{CD9972A0-D453-4FCB-8E3B-E4EFAD01D121}" srcOrd="0" destOrd="0" presId="urn:microsoft.com/office/officeart/2005/8/layout/radial1"/>
    <dgm:cxn modelId="{3651577F-098E-41DE-8F66-D00DA8664C61}" type="presOf" srcId="{961E7691-D542-4927-B6CC-55A7E44E3B54}" destId="{8EDAC933-FF85-4784-BBC1-EB512470EC5A}" srcOrd="0" destOrd="0" presId="urn:microsoft.com/office/officeart/2005/8/layout/radial1"/>
    <dgm:cxn modelId="{B8A08E72-9399-4AF2-A245-FB04417947AB}" type="presOf" srcId="{76CC9E01-DABB-4794-8269-AEBD5494F842}" destId="{A5A654F0-AE14-45C9-9CD3-83B5DA9258B0}" srcOrd="0" destOrd="0" presId="urn:microsoft.com/office/officeart/2005/8/layout/radial1"/>
    <dgm:cxn modelId="{64979525-62ED-4CBD-8415-4A4D858A0392}" type="presOf" srcId="{64087C55-AC28-47FA-BD9F-1D30A341917E}" destId="{046EED9F-BF99-426A-BF14-123FB914DBD6}" srcOrd="1" destOrd="0" presId="urn:microsoft.com/office/officeart/2005/8/layout/radial1"/>
    <dgm:cxn modelId="{B1E36805-998E-4FF1-9057-D4A315348163}" type="presOf" srcId="{C1596401-0ADA-49D6-836C-EA775B6F0571}" destId="{60BF2A4F-FF21-4AD7-8655-D81252EF867C}" srcOrd="0" destOrd="0" presId="urn:microsoft.com/office/officeart/2005/8/layout/radial1"/>
    <dgm:cxn modelId="{A68457DB-9A3C-4731-A3A3-90FDC5398683}" type="presOf" srcId="{4DC66341-7640-42C6-875D-40DC4924EA19}" destId="{64BEA76F-933B-4266-BF20-D3418A90BE2F}" srcOrd="0" destOrd="0" presId="urn:microsoft.com/office/officeart/2005/8/layout/radial1"/>
    <dgm:cxn modelId="{E1532E8A-6826-48FB-98AA-1E49F71F8B7E}" type="presOf" srcId="{13FB0C3B-5BBF-4C21-B525-8FD7FB6F837E}" destId="{FFB0958F-BB34-4CC3-A8AF-96218C516F1D}" srcOrd="0" destOrd="0" presId="urn:microsoft.com/office/officeart/2005/8/layout/radial1"/>
    <dgm:cxn modelId="{9814918A-DF77-4718-BFED-31C4EB75CD83}" type="presOf" srcId="{B291AD82-F5CA-458B-960C-4F251D31AB10}" destId="{52432AE4-DF97-4768-A269-E20834374735}" srcOrd="0" destOrd="0" presId="urn:microsoft.com/office/officeart/2005/8/layout/radial1"/>
    <dgm:cxn modelId="{F54FA430-43E8-44DF-A33B-B0141E783A0E}" type="presOf" srcId="{76CC9E01-DABB-4794-8269-AEBD5494F842}" destId="{B530255D-19D5-4C7E-B60D-FD7BADDECB40}" srcOrd="1" destOrd="0" presId="urn:microsoft.com/office/officeart/2005/8/layout/radial1"/>
    <dgm:cxn modelId="{09423E4B-9AE2-4CC1-8B4D-9601E2279481}" type="presOf" srcId="{288135DB-9174-491A-8A85-7EDB7ACAAA01}" destId="{F9D90C76-22D7-47E9-A79F-C6203BB97B05}" srcOrd="0" destOrd="0" presId="urn:microsoft.com/office/officeart/2005/8/layout/radial1"/>
    <dgm:cxn modelId="{16FDD854-F0B3-4E7A-B753-EFC761911241}" srcId="{C1596401-0ADA-49D6-836C-EA775B6F0571}" destId="{4DC66341-7640-42C6-875D-40DC4924EA19}" srcOrd="3" destOrd="0" parTransId="{E8B3FEE3-AC75-44FE-BDB4-15A67505E2AD}" sibTransId="{F7F2793B-3563-4547-AA3E-8DDB72E856E1}"/>
    <dgm:cxn modelId="{3F4605B4-5854-434C-A9E2-F036664A3903}" type="presOf" srcId="{64087C55-AC28-47FA-BD9F-1D30A341917E}" destId="{D0830239-A840-469F-BB3E-5E7F142AE1A4}" srcOrd="0" destOrd="0" presId="urn:microsoft.com/office/officeart/2005/8/layout/radial1"/>
    <dgm:cxn modelId="{D3C26224-3EC9-4BD3-980F-A3B81E446F17}" type="presParOf" srcId="{52432AE4-DF97-4768-A269-E20834374735}" destId="{60BF2A4F-FF21-4AD7-8655-D81252EF867C}" srcOrd="0" destOrd="0" presId="urn:microsoft.com/office/officeart/2005/8/layout/radial1"/>
    <dgm:cxn modelId="{C6A06018-E87D-4B78-AB86-9B94FAE5559A}" type="presParOf" srcId="{52432AE4-DF97-4768-A269-E20834374735}" destId="{6992D9BE-B66F-4F18-9AAF-B4408A140944}" srcOrd="1" destOrd="0" presId="urn:microsoft.com/office/officeart/2005/8/layout/radial1"/>
    <dgm:cxn modelId="{38ECC932-E350-450B-8A03-6617C91F3E71}" type="presParOf" srcId="{6992D9BE-B66F-4F18-9AAF-B4408A140944}" destId="{72D6FFCF-C2FF-483F-9B51-25345FEF21C5}" srcOrd="0" destOrd="0" presId="urn:microsoft.com/office/officeart/2005/8/layout/radial1"/>
    <dgm:cxn modelId="{BE1F5DF0-5C6C-4A39-B571-0A06DE0068B5}" type="presParOf" srcId="{52432AE4-DF97-4768-A269-E20834374735}" destId="{CD9972A0-D453-4FCB-8E3B-E4EFAD01D121}" srcOrd="2" destOrd="0" presId="urn:microsoft.com/office/officeart/2005/8/layout/radial1"/>
    <dgm:cxn modelId="{AD3B4E70-0ADD-49D2-8CCF-A70EA6EF94CD}" type="presParOf" srcId="{52432AE4-DF97-4768-A269-E20834374735}" destId="{D0830239-A840-469F-BB3E-5E7F142AE1A4}" srcOrd="3" destOrd="0" presId="urn:microsoft.com/office/officeart/2005/8/layout/radial1"/>
    <dgm:cxn modelId="{6F63EC9E-3B70-4AA9-857A-0F6D97AAA0B1}" type="presParOf" srcId="{D0830239-A840-469F-BB3E-5E7F142AE1A4}" destId="{046EED9F-BF99-426A-BF14-123FB914DBD6}" srcOrd="0" destOrd="0" presId="urn:microsoft.com/office/officeart/2005/8/layout/radial1"/>
    <dgm:cxn modelId="{B7AD647A-398D-4383-B003-7601C609990D}" type="presParOf" srcId="{52432AE4-DF97-4768-A269-E20834374735}" destId="{F9D90C76-22D7-47E9-A79F-C6203BB97B05}" srcOrd="4" destOrd="0" presId="urn:microsoft.com/office/officeart/2005/8/layout/radial1"/>
    <dgm:cxn modelId="{84F0C884-1C3D-4A33-878B-067837B63476}" type="presParOf" srcId="{52432AE4-DF97-4768-A269-E20834374735}" destId="{FFB0958F-BB34-4CC3-A8AF-96218C516F1D}" srcOrd="5" destOrd="0" presId="urn:microsoft.com/office/officeart/2005/8/layout/radial1"/>
    <dgm:cxn modelId="{A1A064F0-7230-4D47-81BD-84F0DCA6D520}" type="presParOf" srcId="{FFB0958F-BB34-4CC3-A8AF-96218C516F1D}" destId="{BB849658-68C6-45DF-A536-C513E5DC0C31}" srcOrd="0" destOrd="0" presId="urn:microsoft.com/office/officeart/2005/8/layout/radial1"/>
    <dgm:cxn modelId="{658293D0-0599-4B71-ADC6-27EE7B7671E9}" type="presParOf" srcId="{52432AE4-DF97-4768-A269-E20834374735}" destId="{1EFA1DC6-6A01-4231-A22F-12D0809B9D11}" srcOrd="6" destOrd="0" presId="urn:microsoft.com/office/officeart/2005/8/layout/radial1"/>
    <dgm:cxn modelId="{C3435016-8F23-40E9-B634-DD688E0CD842}" type="presParOf" srcId="{52432AE4-DF97-4768-A269-E20834374735}" destId="{94573C76-ABC7-46D5-A6D2-60580E57B437}" srcOrd="7" destOrd="0" presId="urn:microsoft.com/office/officeart/2005/8/layout/radial1"/>
    <dgm:cxn modelId="{A83E4741-05B5-4646-8E67-85CB364A45A5}" type="presParOf" srcId="{94573C76-ABC7-46D5-A6D2-60580E57B437}" destId="{D296B927-291A-4385-B610-1F15DDFF7EBD}" srcOrd="0" destOrd="0" presId="urn:microsoft.com/office/officeart/2005/8/layout/radial1"/>
    <dgm:cxn modelId="{AD73973C-169A-48D8-B938-637ABBDDF932}" type="presParOf" srcId="{52432AE4-DF97-4768-A269-E20834374735}" destId="{64BEA76F-933B-4266-BF20-D3418A90BE2F}" srcOrd="8" destOrd="0" presId="urn:microsoft.com/office/officeart/2005/8/layout/radial1"/>
    <dgm:cxn modelId="{AF48E000-B5D4-4E55-BC09-4789D25B2A0C}" type="presParOf" srcId="{52432AE4-DF97-4768-A269-E20834374735}" destId="{A5A654F0-AE14-45C9-9CD3-83B5DA9258B0}" srcOrd="9" destOrd="0" presId="urn:microsoft.com/office/officeart/2005/8/layout/radial1"/>
    <dgm:cxn modelId="{326D1900-54D0-4200-9899-1C4F6780448C}" type="presParOf" srcId="{A5A654F0-AE14-45C9-9CD3-83B5DA9258B0}" destId="{B530255D-19D5-4C7E-B60D-FD7BADDECB40}" srcOrd="0" destOrd="0" presId="urn:microsoft.com/office/officeart/2005/8/layout/radial1"/>
    <dgm:cxn modelId="{440475D2-48A8-4FBD-828A-DB75D64040D9}" type="presParOf" srcId="{52432AE4-DF97-4768-A269-E20834374735}" destId="{8EDAC933-FF85-4784-BBC1-EB512470EC5A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91AD82-F5CA-458B-960C-4F251D31AB10}" type="doc">
      <dgm:prSet loTypeId="urn:microsoft.com/office/officeart/2005/8/layout/radial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596401-0ADA-49D6-836C-EA775B6F0571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2400" dirty="0" smtClean="0"/>
            <a:t>Projekt MFA</a:t>
          </a:r>
          <a:endParaRPr lang="de-DE" sz="2400" dirty="0"/>
        </a:p>
      </dgm:t>
    </dgm:pt>
    <dgm:pt modelId="{D78B129A-9D90-4818-985F-C88886079902}" type="parTrans" cxnId="{976FE693-09BF-4CF5-868B-4B5D4634B13B}">
      <dgm:prSet/>
      <dgm:spPr/>
      <dgm:t>
        <a:bodyPr/>
        <a:lstStyle/>
        <a:p>
          <a:endParaRPr lang="de-DE" sz="2400"/>
        </a:p>
      </dgm:t>
    </dgm:pt>
    <dgm:pt modelId="{FF4D5C8B-6302-4000-95F7-176C66F57ACC}" type="sibTrans" cxnId="{976FE693-09BF-4CF5-868B-4B5D4634B13B}">
      <dgm:prSet/>
      <dgm:spPr/>
      <dgm:t>
        <a:bodyPr/>
        <a:lstStyle/>
        <a:p>
          <a:endParaRPr lang="de-DE" sz="2400"/>
        </a:p>
      </dgm:t>
    </dgm:pt>
    <dgm:pt modelId="{E1C71E68-3824-4865-BB14-651FC521AF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¤</a:t>
          </a:r>
          <a:endParaRPr lang="de-DE" sz="4800" dirty="0">
            <a:latin typeface="Webdings" panose="05030102010509060703" pitchFamily="18" charset="2"/>
          </a:endParaRPr>
        </a:p>
      </dgm:t>
    </dgm:pt>
    <dgm:pt modelId="{8C43B924-7F1D-4DD5-B1AD-0123B88B5221}" type="parTrans" cxnId="{3A86F9F7-0FEB-4514-8D11-102FBD2625BB}">
      <dgm:prSet custT="1"/>
      <dgm:spPr/>
      <dgm:t>
        <a:bodyPr/>
        <a:lstStyle/>
        <a:p>
          <a:endParaRPr lang="de-DE" sz="2400"/>
        </a:p>
      </dgm:t>
    </dgm:pt>
    <dgm:pt modelId="{FBC02DDA-423C-498D-9DF4-3EFF2D2071ED}" type="sibTrans" cxnId="{3A86F9F7-0FEB-4514-8D11-102FBD2625BB}">
      <dgm:prSet/>
      <dgm:spPr/>
      <dgm:t>
        <a:bodyPr/>
        <a:lstStyle/>
        <a:p>
          <a:endParaRPr lang="de-DE" sz="2400"/>
        </a:p>
      </dgm:t>
    </dgm:pt>
    <dgm:pt modelId="{288135DB-9174-491A-8A85-7EDB7ACAAA01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¦</a:t>
          </a:r>
          <a:endParaRPr lang="de-DE" sz="4800" dirty="0">
            <a:latin typeface="Webdings" panose="05030102010509060703" pitchFamily="18" charset="2"/>
          </a:endParaRPr>
        </a:p>
      </dgm:t>
    </dgm:pt>
    <dgm:pt modelId="{64087C55-AC28-47FA-BD9F-1D30A341917E}" type="parTrans" cxnId="{0AC20DC3-8308-4686-9EB4-25F46009B5CA}">
      <dgm:prSet custT="1"/>
      <dgm:spPr/>
      <dgm:t>
        <a:bodyPr/>
        <a:lstStyle/>
        <a:p>
          <a:endParaRPr lang="de-DE" sz="2400"/>
        </a:p>
      </dgm:t>
    </dgm:pt>
    <dgm:pt modelId="{A157FFB7-B1BB-4EBE-AE43-EE4952F75EDA}" type="sibTrans" cxnId="{0AC20DC3-8308-4686-9EB4-25F46009B5CA}">
      <dgm:prSet/>
      <dgm:spPr/>
      <dgm:t>
        <a:bodyPr/>
        <a:lstStyle/>
        <a:p>
          <a:endParaRPr lang="de-DE" sz="2400"/>
        </a:p>
      </dgm:t>
    </dgm:pt>
    <dgm:pt modelId="{051F862B-623C-45C6-AFC7-43AF3192A5F9}">
      <dgm:prSet phldrT="[Text]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U</a:t>
          </a:r>
          <a:endParaRPr lang="de-DE" sz="4800" dirty="0">
            <a:latin typeface="Webdings" panose="05030102010509060703" pitchFamily="18" charset="2"/>
          </a:endParaRPr>
        </a:p>
      </dgm:t>
    </dgm:pt>
    <dgm:pt modelId="{13FB0C3B-5BBF-4C21-B525-8FD7FB6F837E}" type="parTrans" cxnId="{42EB343A-9F4E-45A7-A8B9-0FE0BDCC5D57}">
      <dgm:prSet custT="1"/>
      <dgm:spPr/>
      <dgm:t>
        <a:bodyPr/>
        <a:lstStyle/>
        <a:p>
          <a:endParaRPr lang="de-DE" sz="2400"/>
        </a:p>
      </dgm:t>
    </dgm:pt>
    <dgm:pt modelId="{B1622A4B-2D8C-4E86-B660-217D5151902B}" type="sibTrans" cxnId="{42EB343A-9F4E-45A7-A8B9-0FE0BDCC5D57}">
      <dgm:prSet/>
      <dgm:spPr/>
      <dgm:t>
        <a:bodyPr/>
        <a:lstStyle/>
        <a:p>
          <a:endParaRPr lang="de-DE" sz="2400"/>
        </a:p>
      </dgm:t>
    </dgm:pt>
    <dgm:pt modelId="{4DC66341-7640-42C6-875D-40DC4924EA1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Â</a:t>
          </a:r>
          <a:endParaRPr lang="de-DE" sz="4800" dirty="0">
            <a:latin typeface="Webdings" panose="05030102010509060703" pitchFamily="18" charset="2"/>
          </a:endParaRPr>
        </a:p>
      </dgm:t>
    </dgm:pt>
    <dgm:pt modelId="{E8B3FEE3-AC75-44FE-BDB4-15A67505E2AD}" type="parTrans" cxnId="{16FDD854-F0B3-4E7A-B753-EFC761911241}">
      <dgm:prSet custT="1"/>
      <dgm:spPr/>
      <dgm:t>
        <a:bodyPr/>
        <a:lstStyle/>
        <a:p>
          <a:endParaRPr lang="de-DE" sz="2400"/>
        </a:p>
      </dgm:t>
    </dgm:pt>
    <dgm:pt modelId="{F7F2793B-3563-4547-AA3E-8DDB72E856E1}" type="sibTrans" cxnId="{16FDD854-F0B3-4E7A-B753-EFC761911241}">
      <dgm:prSet/>
      <dgm:spPr/>
      <dgm:t>
        <a:bodyPr/>
        <a:lstStyle/>
        <a:p>
          <a:endParaRPr lang="de-DE" sz="2400"/>
        </a:p>
      </dgm:t>
    </dgm:pt>
    <dgm:pt modelId="{961E7691-D542-4927-B6CC-55A7E44E3B5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F</a:t>
          </a:r>
          <a:endParaRPr lang="de-DE" sz="4800" dirty="0">
            <a:latin typeface="Webdings" panose="05030102010509060703" pitchFamily="18" charset="2"/>
          </a:endParaRPr>
        </a:p>
      </dgm:t>
    </dgm:pt>
    <dgm:pt modelId="{76CC9E01-DABB-4794-8269-AEBD5494F842}" type="parTrans" cxnId="{90368B12-B932-432B-A135-7E7E3A2FA83B}">
      <dgm:prSet custT="1"/>
      <dgm:spPr/>
      <dgm:t>
        <a:bodyPr/>
        <a:lstStyle/>
        <a:p>
          <a:endParaRPr lang="de-DE" sz="2400"/>
        </a:p>
      </dgm:t>
    </dgm:pt>
    <dgm:pt modelId="{DDFC8C60-0948-4D0B-A7CF-1046CB9AF3E7}" type="sibTrans" cxnId="{90368B12-B932-432B-A135-7E7E3A2FA83B}">
      <dgm:prSet/>
      <dgm:spPr/>
      <dgm:t>
        <a:bodyPr/>
        <a:lstStyle/>
        <a:p>
          <a:endParaRPr lang="de-DE" sz="2400"/>
        </a:p>
      </dgm:t>
    </dgm:pt>
    <dgm:pt modelId="{52432AE4-DF97-4768-A269-E20834374735}" type="pres">
      <dgm:prSet presAssocID="{B291AD82-F5CA-458B-960C-4F251D31AB1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60BF2A4F-FF21-4AD7-8655-D81252EF867C}" type="pres">
      <dgm:prSet presAssocID="{C1596401-0ADA-49D6-836C-EA775B6F0571}" presName="centerShape" presStyleLbl="node0" presStyleIdx="0" presStyleCnt="1"/>
      <dgm:spPr/>
      <dgm:t>
        <a:bodyPr/>
        <a:lstStyle/>
        <a:p>
          <a:endParaRPr lang="de-DE"/>
        </a:p>
      </dgm:t>
    </dgm:pt>
    <dgm:pt modelId="{6992D9BE-B66F-4F18-9AAF-B4408A140944}" type="pres">
      <dgm:prSet presAssocID="{8C43B924-7F1D-4DD5-B1AD-0123B88B5221}" presName="Name9" presStyleLbl="parChTrans1D2" presStyleIdx="0" presStyleCnt="5"/>
      <dgm:spPr/>
      <dgm:t>
        <a:bodyPr/>
        <a:lstStyle/>
        <a:p>
          <a:endParaRPr lang="de-DE"/>
        </a:p>
      </dgm:t>
    </dgm:pt>
    <dgm:pt modelId="{72D6FFCF-C2FF-483F-9B51-25345FEF21C5}" type="pres">
      <dgm:prSet presAssocID="{8C43B924-7F1D-4DD5-B1AD-0123B88B5221}" presName="connTx" presStyleLbl="parChTrans1D2" presStyleIdx="0" presStyleCnt="5"/>
      <dgm:spPr/>
      <dgm:t>
        <a:bodyPr/>
        <a:lstStyle/>
        <a:p>
          <a:endParaRPr lang="de-DE"/>
        </a:p>
      </dgm:t>
    </dgm:pt>
    <dgm:pt modelId="{CD9972A0-D453-4FCB-8E3B-E4EFAD01D121}" type="pres">
      <dgm:prSet presAssocID="{E1C71E68-3824-4865-BB14-651FC521AF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0830239-A840-469F-BB3E-5E7F142AE1A4}" type="pres">
      <dgm:prSet presAssocID="{64087C55-AC28-47FA-BD9F-1D30A341917E}" presName="Name9" presStyleLbl="parChTrans1D2" presStyleIdx="1" presStyleCnt="5"/>
      <dgm:spPr/>
      <dgm:t>
        <a:bodyPr/>
        <a:lstStyle/>
        <a:p>
          <a:endParaRPr lang="de-DE"/>
        </a:p>
      </dgm:t>
    </dgm:pt>
    <dgm:pt modelId="{046EED9F-BF99-426A-BF14-123FB914DBD6}" type="pres">
      <dgm:prSet presAssocID="{64087C55-AC28-47FA-BD9F-1D30A341917E}" presName="connTx" presStyleLbl="parChTrans1D2" presStyleIdx="1" presStyleCnt="5"/>
      <dgm:spPr/>
      <dgm:t>
        <a:bodyPr/>
        <a:lstStyle/>
        <a:p>
          <a:endParaRPr lang="de-DE"/>
        </a:p>
      </dgm:t>
    </dgm:pt>
    <dgm:pt modelId="{F9D90C76-22D7-47E9-A79F-C6203BB97B05}" type="pres">
      <dgm:prSet presAssocID="{288135DB-9174-491A-8A85-7EDB7ACAAA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FB0958F-BB34-4CC3-A8AF-96218C516F1D}" type="pres">
      <dgm:prSet presAssocID="{13FB0C3B-5BBF-4C21-B525-8FD7FB6F837E}" presName="Name9" presStyleLbl="parChTrans1D2" presStyleIdx="2" presStyleCnt="5"/>
      <dgm:spPr/>
      <dgm:t>
        <a:bodyPr/>
        <a:lstStyle/>
        <a:p>
          <a:endParaRPr lang="de-DE"/>
        </a:p>
      </dgm:t>
    </dgm:pt>
    <dgm:pt modelId="{BB849658-68C6-45DF-A536-C513E5DC0C31}" type="pres">
      <dgm:prSet presAssocID="{13FB0C3B-5BBF-4C21-B525-8FD7FB6F837E}" presName="connTx" presStyleLbl="parChTrans1D2" presStyleIdx="2" presStyleCnt="5"/>
      <dgm:spPr/>
      <dgm:t>
        <a:bodyPr/>
        <a:lstStyle/>
        <a:p>
          <a:endParaRPr lang="de-DE"/>
        </a:p>
      </dgm:t>
    </dgm:pt>
    <dgm:pt modelId="{1EFA1DC6-6A01-4231-A22F-12D0809B9D11}" type="pres">
      <dgm:prSet presAssocID="{051F862B-623C-45C6-AFC7-43AF3192A5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4573C76-ABC7-46D5-A6D2-60580E57B437}" type="pres">
      <dgm:prSet presAssocID="{E8B3FEE3-AC75-44FE-BDB4-15A67505E2AD}" presName="Name9" presStyleLbl="parChTrans1D2" presStyleIdx="3" presStyleCnt="5"/>
      <dgm:spPr/>
      <dgm:t>
        <a:bodyPr/>
        <a:lstStyle/>
        <a:p>
          <a:endParaRPr lang="de-DE"/>
        </a:p>
      </dgm:t>
    </dgm:pt>
    <dgm:pt modelId="{D296B927-291A-4385-B610-1F15DDFF7EBD}" type="pres">
      <dgm:prSet presAssocID="{E8B3FEE3-AC75-44FE-BDB4-15A67505E2AD}" presName="connTx" presStyleLbl="parChTrans1D2" presStyleIdx="3" presStyleCnt="5"/>
      <dgm:spPr/>
      <dgm:t>
        <a:bodyPr/>
        <a:lstStyle/>
        <a:p>
          <a:endParaRPr lang="de-DE"/>
        </a:p>
      </dgm:t>
    </dgm:pt>
    <dgm:pt modelId="{64BEA76F-933B-4266-BF20-D3418A90BE2F}" type="pres">
      <dgm:prSet presAssocID="{4DC66341-7640-42C6-875D-40DC4924EA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5A654F0-AE14-45C9-9CD3-83B5DA9258B0}" type="pres">
      <dgm:prSet presAssocID="{76CC9E01-DABB-4794-8269-AEBD5494F842}" presName="Name9" presStyleLbl="parChTrans1D2" presStyleIdx="4" presStyleCnt="5"/>
      <dgm:spPr/>
      <dgm:t>
        <a:bodyPr/>
        <a:lstStyle/>
        <a:p>
          <a:endParaRPr lang="de-DE"/>
        </a:p>
      </dgm:t>
    </dgm:pt>
    <dgm:pt modelId="{B530255D-19D5-4C7E-B60D-FD7BADDECB40}" type="pres">
      <dgm:prSet presAssocID="{76CC9E01-DABB-4794-8269-AEBD5494F842}" presName="connTx" presStyleLbl="parChTrans1D2" presStyleIdx="4" presStyleCnt="5"/>
      <dgm:spPr/>
      <dgm:t>
        <a:bodyPr/>
        <a:lstStyle/>
        <a:p>
          <a:endParaRPr lang="de-DE"/>
        </a:p>
      </dgm:t>
    </dgm:pt>
    <dgm:pt modelId="{8EDAC933-FF85-4784-BBC1-EB512470EC5A}" type="pres">
      <dgm:prSet presAssocID="{961E7691-D542-4927-B6CC-55A7E44E3B5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C18E5D04-B5BD-48E2-AC74-EAEEC5DEB478}" type="presOf" srcId="{8C43B924-7F1D-4DD5-B1AD-0123B88B5221}" destId="{6992D9BE-B66F-4F18-9AAF-B4408A140944}" srcOrd="0" destOrd="0" presId="urn:microsoft.com/office/officeart/2005/8/layout/radial1"/>
    <dgm:cxn modelId="{0AC20DC3-8308-4686-9EB4-25F46009B5CA}" srcId="{C1596401-0ADA-49D6-836C-EA775B6F0571}" destId="{288135DB-9174-491A-8A85-7EDB7ACAAA01}" srcOrd="1" destOrd="0" parTransId="{64087C55-AC28-47FA-BD9F-1D30A341917E}" sibTransId="{A157FFB7-B1BB-4EBE-AE43-EE4952F75EDA}"/>
    <dgm:cxn modelId="{90368B12-B932-432B-A135-7E7E3A2FA83B}" srcId="{C1596401-0ADA-49D6-836C-EA775B6F0571}" destId="{961E7691-D542-4927-B6CC-55A7E44E3B54}" srcOrd="4" destOrd="0" parTransId="{76CC9E01-DABB-4794-8269-AEBD5494F842}" sibTransId="{DDFC8C60-0948-4D0B-A7CF-1046CB9AF3E7}"/>
    <dgm:cxn modelId="{A37B7A20-DA4F-433C-BD41-3C3DFA2A5C69}" type="presOf" srcId="{76CC9E01-DABB-4794-8269-AEBD5494F842}" destId="{A5A654F0-AE14-45C9-9CD3-83B5DA9258B0}" srcOrd="0" destOrd="0" presId="urn:microsoft.com/office/officeart/2005/8/layout/radial1"/>
    <dgm:cxn modelId="{C9FA2ABC-317A-433C-B7CD-1F9BF752AFD0}" type="presOf" srcId="{13FB0C3B-5BBF-4C21-B525-8FD7FB6F837E}" destId="{BB849658-68C6-45DF-A536-C513E5DC0C31}" srcOrd="1" destOrd="0" presId="urn:microsoft.com/office/officeart/2005/8/layout/radial1"/>
    <dgm:cxn modelId="{7B8D79A0-8B9F-4C90-8035-36458F4F3226}" type="presOf" srcId="{288135DB-9174-491A-8A85-7EDB7ACAAA01}" destId="{F9D90C76-22D7-47E9-A79F-C6203BB97B05}" srcOrd="0" destOrd="0" presId="urn:microsoft.com/office/officeart/2005/8/layout/radial1"/>
    <dgm:cxn modelId="{16FDD854-F0B3-4E7A-B753-EFC761911241}" srcId="{C1596401-0ADA-49D6-836C-EA775B6F0571}" destId="{4DC66341-7640-42C6-875D-40DC4924EA19}" srcOrd="3" destOrd="0" parTransId="{E8B3FEE3-AC75-44FE-BDB4-15A67505E2AD}" sibTransId="{F7F2793B-3563-4547-AA3E-8DDB72E856E1}"/>
    <dgm:cxn modelId="{BB23C3D9-8C88-454D-B13E-406694828357}" type="presOf" srcId="{961E7691-D542-4927-B6CC-55A7E44E3B54}" destId="{8EDAC933-FF85-4784-BBC1-EB512470EC5A}" srcOrd="0" destOrd="0" presId="urn:microsoft.com/office/officeart/2005/8/layout/radial1"/>
    <dgm:cxn modelId="{10FE3CC6-DF1F-4614-9ACE-19D3739A75A7}" type="presOf" srcId="{64087C55-AC28-47FA-BD9F-1D30A341917E}" destId="{D0830239-A840-469F-BB3E-5E7F142AE1A4}" srcOrd="0" destOrd="0" presId="urn:microsoft.com/office/officeart/2005/8/layout/radial1"/>
    <dgm:cxn modelId="{B12A133C-8295-4356-941F-F033F028A12C}" type="presOf" srcId="{64087C55-AC28-47FA-BD9F-1D30A341917E}" destId="{046EED9F-BF99-426A-BF14-123FB914DBD6}" srcOrd="1" destOrd="0" presId="urn:microsoft.com/office/officeart/2005/8/layout/radial1"/>
    <dgm:cxn modelId="{C3102077-8971-4E26-8300-F3A63AA52547}" type="presOf" srcId="{4DC66341-7640-42C6-875D-40DC4924EA19}" destId="{64BEA76F-933B-4266-BF20-D3418A90BE2F}" srcOrd="0" destOrd="0" presId="urn:microsoft.com/office/officeart/2005/8/layout/radial1"/>
    <dgm:cxn modelId="{42EB343A-9F4E-45A7-A8B9-0FE0BDCC5D57}" srcId="{C1596401-0ADA-49D6-836C-EA775B6F0571}" destId="{051F862B-623C-45C6-AFC7-43AF3192A5F9}" srcOrd="2" destOrd="0" parTransId="{13FB0C3B-5BBF-4C21-B525-8FD7FB6F837E}" sibTransId="{B1622A4B-2D8C-4E86-B660-217D5151902B}"/>
    <dgm:cxn modelId="{EAA848CD-BB33-4D66-8655-0B043D4D6E13}" type="presOf" srcId="{051F862B-623C-45C6-AFC7-43AF3192A5F9}" destId="{1EFA1DC6-6A01-4231-A22F-12D0809B9D11}" srcOrd="0" destOrd="0" presId="urn:microsoft.com/office/officeart/2005/8/layout/radial1"/>
    <dgm:cxn modelId="{3DA0A8A8-A85D-419F-A18F-166ACAC46A67}" type="presOf" srcId="{C1596401-0ADA-49D6-836C-EA775B6F0571}" destId="{60BF2A4F-FF21-4AD7-8655-D81252EF867C}" srcOrd="0" destOrd="0" presId="urn:microsoft.com/office/officeart/2005/8/layout/radial1"/>
    <dgm:cxn modelId="{9DB1E1AA-C959-4228-B870-F33995535FD5}" type="presOf" srcId="{E8B3FEE3-AC75-44FE-BDB4-15A67505E2AD}" destId="{94573C76-ABC7-46D5-A6D2-60580E57B437}" srcOrd="0" destOrd="0" presId="urn:microsoft.com/office/officeart/2005/8/layout/radial1"/>
    <dgm:cxn modelId="{6A37C770-267F-4767-8C91-858E1648E318}" type="presOf" srcId="{13FB0C3B-5BBF-4C21-B525-8FD7FB6F837E}" destId="{FFB0958F-BB34-4CC3-A8AF-96218C516F1D}" srcOrd="0" destOrd="0" presId="urn:microsoft.com/office/officeart/2005/8/layout/radial1"/>
    <dgm:cxn modelId="{8041887C-1F76-4AFB-9C1E-45E918AF9CC4}" type="presOf" srcId="{76CC9E01-DABB-4794-8269-AEBD5494F842}" destId="{B530255D-19D5-4C7E-B60D-FD7BADDECB40}" srcOrd="1" destOrd="0" presId="urn:microsoft.com/office/officeart/2005/8/layout/radial1"/>
    <dgm:cxn modelId="{3AC9EE55-83EF-4849-9441-5E30817EF1DF}" type="presOf" srcId="{E1C71E68-3824-4865-BB14-651FC521AF9F}" destId="{CD9972A0-D453-4FCB-8E3B-E4EFAD01D121}" srcOrd="0" destOrd="0" presId="urn:microsoft.com/office/officeart/2005/8/layout/radial1"/>
    <dgm:cxn modelId="{3A86F9F7-0FEB-4514-8D11-102FBD2625BB}" srcId="{C1596401-0ADA-49D6-836C-EA775B6F0571}" destId="{E1C71E68-3824-4865-BB14-651FC521AF9F}" srcOrd="0" destOrd="0" parTransId="{8C43B924-7F1D-4DD5-B1AD-0123B88B5221}" sibTransId="{FBC02DDA-423C-498D-9DF4-3EFF2D2071ED}"/>
    <dgm:cxn modelId="{23889DD8-A37E-416F-82C2-48DFB3AD933B}" type="presOf" srcId="{B291AD82-F5CA-458B-960C-4F251D31AB10}" destId="{52432AE4-DF97-4768-A269-E20834374735}" srcOrd="0" destOrd="0" presId="urn:microsoft.com/office/officeart/2005/8/layout/radial1"/>
    <dgm:cxn modelId="{E55C5DB7-DE9B-44D2-8ECC-A9AE37EFE5E6}" type="presOf" srcId="{8C43B924-7F1D-4DD5-B1AD-0123B88B5221}" destId="{72D6FFCF-C2FF-483F-9B51-25345FEF21C5}" srcOrd="1" destOrd="0" presId="urn:microsoft.com/office/officeart/2005/8/layout/radial1"/>
    <dgm:cxn modelId="{8B6DF556-2F59-4B7F-AF35-C14A4EE30A3B}" type="presOf" srcId="{E8B3FEE3-AC75-44FE-BDB4-15A67505E2AD}" destId="{D296B927-291A-4385-B610-1F15DDFF7EBD}" srcOrd="1" destOrd="0" presId="urn:microsoft.com/office/officeart/2005/8/layout/radial1"/>
    <dgm:cxn modelId="{976FE693-09BF-4CF5-868B-4B5D4634B13B}" srcId="{B291AD82-F5CA-458B-960C-4F251D31AB10}" destId="{C1596401-0ADA-49D6-836C-EA775B6F0571}" srcOrd="0" destOrd="0" parTransId="{D78B129A-9D90-4818-985F-C88886079902}" sibTransId="{FF4D5C8B-6302-4000-95F7-176C66F57ACC}"/>
    <dgm:cxn modelId="{CECBD9E3-DD26-4921-BEF5-1020EEA976DB}" type="presParOf" srcId="{52432AE4-DF97-4768-A269-E20834374735}" destId="{60BF2A4F-FF21-4AD7-8655-D81252EF867C}" srcOrd="0" destOrd="0" presId="urn:microsoft.com/office/officeart/2005/8/layout/radial1"/>
    <dgm:cxn modelId="{C1CDEF87-ADA5-46A2-8F5D-B28EE447181B}" type="presParOf" srcId="{52432AE4-DF97-4768-A269-E20834374735}" destId="{6992D9BE-B66F-4F18-9AAF-B4408A140944}" srcOrd="1" destOrd="0" presId="urn:microsoft.com/office/officeart/2005/8/layout/radial1"/>
    <dgm:cxn modelId="{E0EE5114-36A4-4E2F-BEC2-163E85B68A7D}" type="presParOf" srcId="{6992D9BE-B66F-4F18-9AAF-B4408A140944}" destId="{72D6FFCF-C2FF-483F-9B51-25345FEF21C5}" srcOrd="0" destOrd="0" presId="urn:microsoft.com/office/officeart/2005/8/layout/radial1"/>
    <dgm:cxn modelId="{24757C06-0011-411C-BBE9-75E08B43D5CC}" type="presParOf" srcId="{52432AE4-DF97-4768-A269-E20834374735}" destId="{CD9972A0-D453-4FCB-8E3B-E4EFAD01D121}" srcOrd="2" destOrd="0" presId="urn:microsoft.com/office/officeart/2005/8/layout/radial1"/>
    <dgm:cxn modelId="{4C2DB45C-D4B6-49B8-A749-980DB7B2205A}" type="presParOf" srcId="{52432AE4-DF97-4768-A269-E20834374735}" destId="{D0830239-A840-469F-BB3E-5E7F142AE1A4}" srcOrd="3" destOrd="0" presId="urn:microsoft.com/office/officeart/2005/8/layout/radial1"/>
    <dgm:cxn modelId="{9D85C628-8909-4CFF-B5FE-0DDD28D14B4A}" type="presParOf" srcId="{D0830239-A840-469F-BB3E-5E7F142AE1A4}" destId="{046EED9F-BF99-426A-BF14-123FB914DBD6}" srcOrd="0" destOrd="0" presId="urn:microsoft.com/office/officeart/2005/8/layout/radial1"/>
    <dgm:cxn modelId="{C0D27FF6-1FAF-4616-99E3-2AB4670603D9}" type="presParOf" srcId="{52432AE4-DF97-4768-A269-E20834374735}" destId="{F9D90C76-22D7-47E9-A79F-C6203BB97B05}" srcOrd="4" destOrd="0" presId="urn:microsoft.com/office/officeart/2005/8/layout/radial1"/>
    <dgm:cxn modelId="{4ECAFE1C-F827-4CF9-8765-7AD4DC85AD6E}" type="presParOf" srcId="{52432AE4-DF97-4768-A269-E20834374735}" destId="{FFB0958F-BB34-4CC3-A8AF-96218C516F1D}" srcOrd="5" destOrd="0" presId="urn:microsoft.com/office/officeart/2005/8/layout/radial1"/>
    <dgm:cxn modelId="{D09F978E-FA70-497F-B24F-E6A05FA52881}" type="presParOf" srcId="{FFB0958F-BB34-4CC3-A8AF-96218C516F1D}" destId="{BB849658-68C6-45DF-A536-C513E5DC0C31}" srcOrd="0" destOrd="0" presId="urn:microsoft.com/office/officeart/2005/8/layout/radial1"/>
    <dgm:cxn modelId="{4841DBF1-67EA-496F-8EBB-7EE30DDBFD9F}" type="presParOf" srcId="{52432AE4-DF97-4768-A269-E20834374735}" destId="{1EFA1DC6-6A01-4231-A22F-12D0809B9D11}" srcOrd="6" destOrd="0" presId="urn:microsoft.com/office/officeart/2005/8/layout/radial1"/>
    <dgm:cxn modelId="{60401513-AC28-483C-8FBF-4FC909FBC380}" type="presParOf" srcId="{52432AE4-DF97-4768-A269-E20834374735}" destId="{94573C76-ABC7-46D5-A6D2-60580E57B437}" srcOrd="7" destOrd="0" presId="urn:microsoft.com/office/officeart/2005/8/layout/radial1"/>
    <dgm:cxn modelId="{959798DD-2672-402D-B50A-CB7C60390CA2}" type="presParOf" srcId="{94573C76-ABC7-46D5-A6D2-60580E57B437}" destId="{D296B927-291A-4385-B610-1F15DDFF7EBD}" srcOrd="0" destOrd="0" presId="urn:microsoft.com/office/officeart/2005/8/layout/radial1"/>
    <dgm:cxn modelId="{CB6A90B5-FBCE-4D37-89C5-51F8678D8851}" type="presParOf" srcId="{52432AE4-DF97-4768-A269-E20834374735}" destId="{64BEA76F-933B-4266-BF20-D3418A90BE2F}" srcOrd="8" destOrd="0" presId="urn:microsoft.com/office/officeart/2005/8/layout/radial1"/>
    <dgm:cxn modelId="{F0E6B72C-18DC-49BE-B838-48C054BBAA60}" type="presParOf" srcId="{52432AE4-DF97-4768-A269-E20834374735}" destId="{A5A654F0-AE14-45C9-9CD3-83B5DA9258B0}" srcOrd="9" destOrd="0" presId="urn:microsoft.com/office/officeart/2005/8/layout/radial1"/>
    <dgm:cxn modelId="{5086ED1A-8E89-4F15-971B-AA73D4B3895F}" type="presParOf" srcId="{A5A654F0-AE14-45C9-9CD3-83B5DA9258B0}" destId="{B530255D-19D5-4C7E-B60D-FD7BADDECB40}" srcOrd="0" destOrd="0" presId="urn:microsoft.com/office/officeart/2005/8/layout/radial1"/>
    <dgm:cxn modelId="{3A3BEF03-0A3B-454B-9B2B-F71662515221}" type="presParOf" srcId="{52432AE4-DF97-4768-A269-E20834374735}" destId="{8EDAC933-FF85-4784-BBC1-EB512470EC5A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91AD82-F5CA-458B-960C-4F251D31AB10}" type="doc">
      <dgm:prSet loTypeId="urn:microsoft.com/office/officeart/2005/8/layout/radial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596401-0ADA-49D6-836C-EA775B6F0571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2400" dirty="0" smtClean="0"/>
            <a:t>Projekt MFA</a:t>
          </a:r>
          <a:endParaRPr lang="de-DE" sz="2400" dirty="0"/>
        </a:p>
      </dgm:t>
    </dgm:pt>
    <dgm:pt modelId="{D78B129A-9D90-4818-985F-C88886079902}" type="parTrans" cxnId="{976FE693-09BF-4CF5-868B-4B5D4634B13B}">
      <dgm:prSet/>
      <dgm:spPr/>
      <dgm:t>
        <a:bodyPr/>
        <a:lstStyle/>
        <a:p>
          <a:endParaRPr lang="de-DE" sz="2400"/>
        </a:p>
      </dgm:t>
    </dgm:pt>
    <dgm:pt modelId="{FF4D5C8B-6302-4000-95F7-176C66F57ACC}" type="sibTrans" cxnId="{976FE693-09BF-4CF5-868B-4B5D4634B13B}">
      <dgm:prSet/>
      <dgm:spPr/>
      <dgm:t>
        <a:bodyPr/>
        <a:lstStyle/>
        <a:p>
          <a:endParaRPr lang="de-DE" sz="2400"/>
        </a:p>
      </dgm:t>
    </dgm:pt>
    <dgm:pt modelId="{E1C71E68-3824-4865-BB14-651FC521AF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¤</a:t>
          </a:r>
          <a:endParaRPr lang="de-DE" sz="4800" dirty="0">
            <a:latin typeface="Webdings" panose="05030102010509060703" pitchFamily="18" charset="2"/>
          </a:endParaRPr>
        </a:p>
      </dgm:t>
    </dgm:pt>
    <dgm:pt modelId="{8C43B924-7F1D-4DD5-B1AD-0123B88B5221}" type="parTrans" cxnId="{3A86F9F7-0FEB-4514-8D11-102FBD2625BB}">
      <dgm:prSet custT="1"/>
      <dgm:spPr/>
      <dgm:t>
        <a:bodyPr/>
        <a:lstStyle/>
        <a:p>
          <a:endParaRPr lang="de-DE" sz="2400"/>
        </a:p>
      </dgm:t>
    </dgm:pt>
    <dgm:pt modelId="{FBC02DDA-423C-498D-9DF4-3EFF2D2071ED}" type="sibTrans" cxnId="{3A86F9F7-0FEB-4514-8D11-102FBD2625BB}">
      <dgm:prSet/>
      <dgm:spPr/>
      <dgm:t>
        <a:bodyPr/>
        <a:lstStyle/>
        <a:p>
          <a:endParaRPr lang="de-DE" sz="2400"/>
        </a:p>
      </dgm:t>
    </dgm:pt>
    <dgm:pt modelId="{288135DB-9174-491A-8A85-7EDB7ACAAA01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¦</a:t>
          </a:r>
          <a:endParaRPr lang="de-DE" sz="4800" dirty="0">
            <a:latin typeface="Webdings" panose="05030102010509060703" pitchFamily="18" charset="2"/>
          </a:endParaRPr>
        </a:p>
      </dgm:t>
    </dgm:pt>
    <dgm:pt modelId="{64087C55-AC28-47FA-BD9F-1D30A341917E}" type="parTrans" cxnId="{0AC20DC3-8308-4686-9EB4-25F46009B5CA}">
      <dgm:prSet custT="1"/>
      <dgm:spPr/>
      <dgm:t>
        <a:bodyPr/>
        <a:lstStyle/>
        <a:p>
          <a:endParaRPr lang="de-DE" sz="2400"/>
        </a:p>
      </dgm:t>
    </dgm:pt>
    <dgm:pt modelId="{A157FFB7-B1BB-4EBE-AE43-EE4952F75EDA}" type="sibTrans" cxnId="{0AC20DC3-8308-4686-9EB4-25F46009B5CA}">
      <dgm:prSet/>
      <dgm:spPr/>
      <dgm:t>
        <a:bodyPr/>
        <a:lstStyle/>
        <a:p>
          <a:endParaRPr lang="de-DE" sz="2400"/>
        </a:p>
      </dgm:t>
    </dgm:pt>
    <dgm:pt modelId="{051F862B-623C-45C6-AFC7-43AF3192A5F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U</a:t>
          </a:r>
          <a:endParaRPr lang="de-DE" sz="4800" dirty="0">
            <a:latin typeface="Webdings" panose="05030102010509060703" pitchFamily="18" charset="2"/>
          </a:endParaRPr>
        </a:p>
      </dgm:t>
    </dgm:pt>
    <dgm:pt modelId="{13FB0C3B-5BBF-4C21-B525-8FD7FB6F837E}" type="parTrans" cxnId="{42EB343A-9F4E-45A7-A8B9-0FE0BDCC5D57}">
      <dgm:prSet custT="1"/>
      <dgm:spPr/>
      <dgm:t>
        <a:bodyPr/>
        <a:lstStyle/>
        <a:p>
          <a:endParaRPr lang="de-DE" sz="2400"/>
        </a:p>
      </dgm:t>
    </dgm:pt>
    <dgm:pt modelId="{B1622A4B-2D8C-4E86-B660-217D5151902B}" type="sibTrans" cxnId="{42EB343A-9F4E-45A7-A8B9-0FE0BDCC5D57}">
      <dgm:prSet/>
      <dgm:spPr/>
      <dgm:t>
        <a:bodyPr/>
        <a:lstStyle/>
        <a:p>
          <a:endParaRPr lang="de-DE" sz="2400"/>
        </a:p>
      </dgm:t>
    </dgm:pt>
    <dgm:pt modelId="{4DC66341-7640-42C6-875D-40DC4924EA19}">
      <dgm:prSet phldrT="[Text]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Â</a:t>
          </a:r>
          <a:endParaRPr lang="de-DE" sz="4800" dirty="0">
            <a:latin typeface="Webdings" panose="05030102010509060703" pitchFamily="18" charset="2"/>
          </a:endParaRPr>
        </a:p>
      </dgm:t>
    </dgm:pt>
    <dgm:pt modelId="{E8B3FEE3-AC75-44FE-BDB4-15A67505E2AD}" type="parTrans" cxnId="{16FDD854-F0B3-4E7A-B753-EFC761911241}">
      <dgm:prSet custT="1"/>
      <dgm:spPr/>
      <dgm:t>
        <a:bodyPr/>
        <a:lstStyle/>
        <a:p>
          <a:endParaRPr lang="de-DE" sz="2400"/>
        </a:p>
      </dgm:t>
    </dgm:pt>
    <dgm:pt modelId="{F7F2793B-3563-4547-AA3E-8DDB72E856E1}" type="sibTrans" cxnId="{16FDD854-F0B3-4E7A-B753-EFC761911241}">
      <dgm:prSet/>
      <dgm:spPr/>
      <dgm:t>
        <a:bodyPr/>
        <a:lstStyle/>
        <a:p>
          <a:endParaRPr lang="de-DE" sz="2400"/>
        </a:p>
      </dgm:t>
    </dgm:pt>
    <dgm:pt modelId="{961E7691-D542-4927-B6CC-55A7E44E3B5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F</a:t>
          </a:r>
          <a:endParaRPr lang="de-DE" sz="4800" dirty="0">
            <a:latin typeface="Webdings" panose="05030102010509060703" pitchFamily="18" charset="2"/>
          </a:endParaRPr>
        </a:p>
      </dgm:t>
    </dgm:pt>
    <dgm:pt modelId="{76CC9E01-DABB-4794-8269-AEBD5494F842}" type="parTrans" cxnId="{90368B12-B932-432B-A135-7E7E3A2FA83B}">
      <dgm:prSet custT="1"/>
      <dgm:spPr/>
      <dgm:t>
        <a:bodyPr/>
        <a:lstStyle/>
        <a:p>
          <a:endParaRPr lang="de-DE" sz="2400"/>
        </a:p>
      </dgm:t>
    </dgm:pt>
    <dgm:pt modelId="{DDFC8C60-0948-4D0B-A7CF-1046CB9AF3E7}" type="sibTrans" cxnId="{90368B12-B932-432B-A135-7E7E3A2FA83B}">
      <dgm:prSet/>
      <dgm:spPr/>
      <dgm:t>
        <a:bodyPr/>
        <a:lstStyle/>
        <a:p>
          <a:endParaRPr lang="de-DE" sz="2400"/>
        </a:p>
      </dgm:t>
    </dgm:pt>
    <dgm:pt modelId="{52432AE4-DF97-4768-A269-E20834374735}" type="pres">
      <dgm:prSet presAssocID="{B291AD82-F5CA-458B-960C-4F251D31AB1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60BF2A4F-FF21-4AD7-8655-D81252EF867C}" type="pres">
      <dgm:prSet presAssocID="{C1596401-0ADA-49D6-836C-EA775B6F0571}" presName="centerShape" presStyleLbl="node0" presStyleIdx="0" presStyleCnt="1"/>
      <dgm:spPr/>
      <dgm:t>
        <a:bodyPr/>
        <a:lstStyle/>
        <a:p>
          <a:endParaRPr lang="de-DE"/>
        </a:p>
      </dgm:t>
    </dgm:pt>
    <dgm:pt modelId="{6992D9BE-B66F-4F18-9AAF-B4408A140944}" type="pres">
      <dgm:prSet presAssocID="{8C43B924-7F1D-4DD5-B1AD-0123B88B5221}" presName="Name9" presStyleLbl="parChTrans1D2" presStyleIdx="0" presStyleCnt="5"/>
      <dgm:spPr/>
      <dgm:t>
        <a:bodyPr/>
        <a:lstStyle/>
        <a:p>
          <a:endParaRPr lang="de-DE"/>
        </a:p>
      </dgm:t>
    </dgm:pt>
    <dgm:pt modelId="{72D6FFCF-C2FF-483F-9B51-25345FEF21C5}" type="pres">
      <dgm:prSet presAssocID="{8C43B924-7F1D-4DD5-B1AD-0123B88B5221}" presName="connTx" presStyleLbl="parChTrans1D2" presStyleIdx="0" presStyleCnt="5"/>
      <dgm:spPr/>
      <dgm:t>
        <a:bodyPr/>
        <a:lstStyle/>
        <a:p>
          <a:endParaRPr lang="de-DE"/>
        </a:p>
      </dgm:t>
    </dgm:pt>
    <dgm:pt modelId="{CD9972A0-D453-4FCB-8E3B-E4EFAD01D121}" type="pres">
      <dgm:prSet presAssocID="{E1C71E68-3824-4865-BB14-651FC521AF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0830239-A840-469F-BB3E-5E7F142AE1A4}" type="pres">
      <dgm:prSet presAssocID="{64087C55-AC28-47FA-BD9F-1D30A341917E}" presName="Name9" presStyleLbl="parChTrans1D2" presStyleIdx="1" presStyleCnt="5"/>
      <dgm:spPr/>
      <dgm:t>
        <a:bodyPr/>
        <a:lstStyle/>
        <a:p>
          <a:endParaRPr lang="de-DE"/>
        </a:p>
      </dgm:t>
    </dgm:pt>
    <dgm:pt modelId="{046EED9F-BF99-426A-BF14-123FB914DBD6}" type="pres">
      <dgm:prSet presAssocID="{64087C55-AC28-47FA-BD9F-1D30A341917E}" presName="connTx" presStyleLbl="parChTrans1D2" presStyleIdx="1" presStyleCnt="5"/>
      <dgm:spPr/>
      <dgm:t>
        <a:bodyPr/>
        <a:lstStyle/>
        <a:p>
          <a:endParaRPr lang="de-DE"/>
        </a:p>
      </dgm:t>
    </dgm:pt>
    <dgm:pt modelId="{F9D90C76-22D7-47E9-A79F-C6203BB97B05}" type="pres">
      <dgm:prSet presAssocID="{288135DB-9174-491A-8A85-7EDB7ACAAA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FB0958F-BB34-4CC3-A8AF-96218C516F1D}" type="pres">
      <dgm:prSet presAssocID="{13FB0C3B-5BBF-4C21-B525-8FD7FB6F837E}" presName="Name9" presStyleLbl="parChTrans1D2" presStyleIdx="2" presStyleCnt="5"/>
      <dgm:spPr/>
      <dgm:t>
        <a:bodyPr/>
        <a:lstStyle/>
        <a:p>
          <a:endParaRPr lang="de-DE"/>
        </a:p>
      </dgm:t>
    </dgm:pt>
    <dgm:pt modelId="{BB849658-68C6-45DF-A536-C513E5DC0C31}" type="pres">
      <dgm:prSet presAssocID="{13FB0C3B-5BBF-4C21-B525-8FD7FB6F837E}" presName="connTx" presStyleLbl="parChTrans1D2" presStyleIdx="2" presStyleCnt="5"/>
      <dgm:spPr/>
      <dgm:t>
        <a:bodyPr/>
        <a:lstStyle/>
        <a:p>
          <a:endParaRPr lang="de-DE"/>
        </a:p>
      </dgm:t>
    </dgm:pt>
    <dgm:pt modelId="{1EFA1DC6-6A01-4231-A22F-12D0809B9D11}" type="pres">
      <dgm:prSet presAssocID="{051F862B-623C-45C6-AFC7-43AF3192A5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4573C76-ABC7-46D5-A6D2-60580E57B437}" type="pres">
      <dgm:prSet presAssocID="{E8B3FEE3-AC75-44FE-BDB4-15A67505E2AD}" presName="Name9" presStyleLbl="parChTrans1D2" presStyleIdx="3" presStyleCnt="5"/>
      <dgm:spPr/>
      <dgm:t>
        <a:bodyPr/>
        <a:lstStyle/>
        <a:p>
          <a:endParaRPr lang="de-DE"/>
        </a:p>
      </dgm:t>
    </dgm:pt>
    <dgm:pt modelId="{D296B927-291A-4385-B610-1F15DDFF7EBD}" type="pres">
      <dgm:prSet presAssocID="{E8B3FEE3-AC75-44FE-BDB4-15A67505E2AD}" presName="connTx" presStyleLbl="parChTrans1D2" presStyleIdx="3" presStyleCnt="5"/>
      <dgm:spPr/>
      <dgm:t>
        <a:bodyPr/>
        <a:lstStyle/>
        <a:p>
          <a:endParaRPr lang="de-DE"/>
        </a:p>
      </dgm:t>
    </dgm:pt>
    <dgm:pt modelId="{64BEA76F-933B-4266-BF20-D3418A90BE2F}" type="pres">
      <dgm:prSet presAssocID="{4DC66341-7640-42C6-875D-40DC4924EA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5A654F0-AE14-45C9-9CD3-83B5DA9258B0}" type="pres">
      <dgm:prSet presAssocID="{76CC9E01-DABB-4794-8269-AEBD5494F842}" presName="Name9" presStyleLbl="parChTrans1D2" presStyleIdx="4" presStyleCnt="5"/>
      <dgm:spPr/>
      <dgm:t>
        <a:bodyPr/>
        <a:lstStyle/>
        <a:p>
          <a:endParaRPr lang="de-DE"/>
        </a:p>
      </dgm:t>
    </dgm:pt>
    <dgm:pt modelId="{B530255D-19D5-4C7E-B60D-FD7BADDECB40}" type="pres">
      <dgm:prSet presAssocID="{76CC9E01-DABB-4794-8269-AEBD5494F842}" presName="connTx" presStyleLbl="parChTrans1D2" presStyleIdx="4" presStyleCnt="5"/>
      <dgm:spPr/>
      <dgm:t>
        <a:bodyPr/>
        <a:lstStyle/>
        <a:p>
          <a:endParaRPr lang="de-DE"/>
        </a:p>
      </dgm:t>
    </dgm:pt>
    <dgm:pt modelId="{8EDAC933-FF85-4784-BBC1-EB512470EC5A}" type="pres">
      <dgm:prSet presAssocID="{961E7691-D542-4927-B6CC-55A7E44E3B5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CADBEFEC-F74B-4C7D-A2F2-8A3A42592CF5}" type="presOf" srcId="{64087C55-AC28-47FA-BD9F-1D30A341917E}" destId="{D0830239-A840-469F-BB3E-5E7F142AE1A4}" srcOrd="0" destOrd="0" presId="urn:microsoft.com/office/officeart/2005/8/layout/radial1"/>
    <dgm:cxn modelId="{42AA17A1-CFF7-4B37-8A02-A04474030822}" type="presOf" srcId="{961E7691-D542-4927-B6CC-55A7E44E3B54}" destId="{8EDAC933-FF85-4784-BBC1-EB512470EC5A}" srcOrd="0" destOrd="0" presId="urn:microsoft.com/office/officeart/2005/8/layout/radial1"/>
    <dgm:cxn modelId="{6DAD9083-0EDC-4D62-B025-64B20EECE70C}" type="presOf" srcId="{8C43B924-7F1D-4DD5-B1AD-0123B88B5221}" destId="{6992D9BE-B66F-4F18-9AAF-B4408A140944}" srcOrd="0" destOrd="0" presId="urn:microsoft.com/office/officeart/2005/8/layout/radial1"/>
    <dgm:cxn modelId="{E457B886-ADA5-4276-A348-BDF5D50E4BA6}" type="presOf" srcId="{4DC66341-7640-42C6-875D-40DC4924EA19}" destId="{64BEA76F-933B-4266-BF20-D3418A90BE2F}" srcOrd="0" destOrd="0" presId="urn:microsoft.com/office/officeart/2005/8/layout/radial1"/>
    <dgm:cxn modelId="{5D03EEA9-AAC4-472F-BF0E-50590F9F6928}" type="presOf" srcId="{C1596401-0ADA-49D6-836C-EA775B6F0571}" destId="{60BF2A4F-FF21-4AD7-8655-D81252EF867C}" srcOrd="0" destOrd="0" presId="urn:microsoft.com/office/officeart/2005/8/layout/radial1"/>
    <dgm:cxn modelId="{8FAA322F-A45F-4B04-995D-FEFB1BBBD3E1}" type="presOf" srcId="{64087C55-AC28-47FA-BD9F-1D30A341917E}" destId="{046EED9F-BF99-426A-BF14-123FB914DBD6}" srcOrd="1" destOrd="0" presId="urn:microsoft.com/office/officeart/2005/8/layout/radial1"/>
    <dgm:cxn modelId="{82F36A02-D2BD-4C60-BC71-16EA8D698F59}" type="presOf" srcId="{E8B3FEE3-AC75-44FE-BDB4-15A67505E2AD}" destId="{D296B927-291A-4385-B610-1F15DDFF7EBD}" srcOrd="1" destOrd="0" presId="urn:microsoft.com/office/officeart/2005/8/layout/radial1"/>
    <dgm:cxn modelId="{545FCC08-6914-4363-8247-8101900DFEFB}" type="presOf" srcId="{8C43B924-7F1D-4DD5-B1AD-0123B88B5221}" destId="{72D6FFCF-C2FF-483F-9B51-25345FEF21C5}" srcOrd="1" destOrd="0" presId="urn:microsoft.com/office/officeart/2005/8/layout/radial1"/>
    <dgm:cxn modelId="{3A86F9F7-0FEB-4514-8D11-102FBD2625BB}" srcId="{C1596401-0ADA-49D6-836C-EA775B6F0571}" destId="{E1C71E68-3824-4865-BB14-651FC521AF9F}" srcOrd="0" destOrd="0" parTransId="{8C43B924-7F1D-4DD5-B1AD-0123B88B5221}" sibTransId="{FBC02DDA-423C-498D-9DF4-3EFF2D2071ED}"/>
    <dgm:cxn modelId="{976FE693-09BF-4CF5-868B-4B5D4634B13B}" srcId="{B291AD82-F5CA-458B-960C-4F251D31AB10}" destId="{C1596401-0ADA-49D6-836C-EA775B6F0571}" srcOrd="0" destOrd="0" parTransId="{D78B129A-9D90-4818-985F-C88886079902}" sibTransId="{FF4D5C8B-6302-4000-95F7-176C66F57ACC}"/>
    <dgm:cxn modelId="{71B5D891-7486-4083-8B99-9BDF92144524}" type="presOf" srcId="{051F862B-623C-45C6-AFC7-43AF3192A5F9}" destId="{1EFA1DC6-6A01-4231-A22F-12D0809B9D11}" srcOrd="0" destOrd="0" presId="urn:microsoft.com/office/officeart/2005/8/layout/radial1"/>
    <dgm:cxn modelId="{0AC20DC3-8308-4686-9EB4-25F46009B5CA}" srcId="{C1596401-0ADA-49D6-836C-EA775B6F0571}" destId="{288135DB-9174-491A-8A85-7EDB7ACAAA01}" srcOrd="1" destOrd="0" parTransId="{64087C55-AC28-47FA-BD9F-1D30A341917E}" sibTransId="{A157FFB7-B1BB-4EBE-AE43-EE4952F75EDA}"/>
    <dgm:cxn modelId="{82C7220B-2FD3-4F21-8B9F-7314F7D01C7D}" type="presOf" srcId="{B291AD82-F5CA-458B-960C-4F251D31AB10}" destId="{52432AE4-DF97-4768-A269-E20834374735}" srcOrd="0" destOrd="0" presId="urn:microsoft.com/office/officeart/2005/8/layout/radial1"/>
    <dgm:cxn modelId="{90368B12-B932-432B-A135-7E7E3A2FA83B}" srcId="{C1596401-0ADA-49D6-836C-EA775B6F0571}" destId="{961E7691-D542-4927-B6CC-55A7E44E3B54}" srcOrd="4" destOrd="0" parTransId="{76CC9E01-DABB-4794-8269-AEBD5494F842}" sibTransId="{DDFC8C60-0948-4D0B-A7CF-1046CB9AF3E7}"/>
    <dgm:cxn modelId="{42EB343A-9F4E-45A7-A8B9-0FE0BDCC5D57}" srcId="{C1596401-0ADA-49D6-836C-EA775B6F0571}" destId="{051F862B-623C-45C6-AFC7-43AF3192A5F9}" srcOrd="2" destOrd="0" parTransId="{13FB0C3B-5BBF-4C21-B525-8FD7FB6F837E}" sibTransId="{B1622A4B-2D8C-4E86-B660-217D5151902B}"/>
    <dgm:cxn modelId="{5DF3D660-A335-4B83-A1FD-16EC733A3102}" type="presOf" srcId="{76CC9E01-DABB-4794-8269-AEBD5494F842}" destId="{B530255D-19D5-4C7E-B60D-FD7BADDECB40}" srcOrd="1" destOrd="0" presId="urn:microsoft.com/office/officeart/2005/8/layout/radial1"/>
    <dgm:cxn modelId="{9F09A0A7-FE45-4231-8235-FA685203EC86}" type="presOf" srcId="{13FB0C3B-5BBF-4C21-B525-8FD7FB6F837E}" destId="{BB849658-68C6-45DF-A536-C513E5DC0C31}" srcOrd="1" destOrd="0" presId="urn:microsoft.com/office/officeart/2005/8/layout/radial1"/>
    <dgm:cxn modelId="{218294A7-6ED6-4038-9350-BDCEE92A6152}" type="presOf" srcId="{288135DB-9174-491A-8A85-7EDB7ACAAA01}" destId="{F9D90C76-22D7-47E9-A79F-C6203BB97B05}" srcOrd="0" destOrd="0" presId="urn:microsoft.com/office/officeart/2005/8/layout/radial1"/>
    <dgm:cxn modelId="{2B6D2958-E10C-4013-A461-CCA69AA56A5E}" type="presOf" srcId="{76CC9E01-DABB-4794-8269-AEBD5494F842}" destId="{A5A654F0-AE14-45C9-9CD3-83B5DA9258B0}" srcOrd="0" destOrd="0" presId="urn:microsoft.com/office/officeart/2005/8/layout/radial1"/>
    <dgm:cxn modelId="{142F6AA9-77C6-4F58-B353-192BB90C1CBD}" type="presOf" srcId="{E1C71E68-3824-4865-BB14-651FC521AF9F}" destId="{CD9972A0-D453-4FCB-8E3B-E4EFAD01D121}" srcOrd="0" destOrd="0" presId="urn:microsoft.com/office/officeart/2005/8/layout/radial1"/>
    <dgm:cxn modelId="{16FDD854-F0B3-4E7A-B753-EFC761911241}" srcId="{C1596401-0ADA-49D6-836C-EA775B6F0571}" destId="{4DC66341-7640-42C6-875D-40DC4924EA19}" srcOrd="3" destOrd="0" parTransId="{E8B3FEE3-AC75-44FE-BDB4-15A67505E2AD}" sibTransId="{F7F2793B-3563-4547-AA3E-8DDB72E856E1}"/>
    <dgm:cxn modelId="{58D88351-F302-41BE-892E-2C8D6D384C1E}" type="presOf" srcId="{E8B3FEE3-AC75-44FE-BDB4-15A67505E2AD}" destId="{94573C76-ABC7-46D5-A6D2-60580E57B437}" srcOrd="0" destOrd="0" presId="urn:microsoft.com/office/officeart/2005/8/layout/radial1"/>
    <dgm:cxn modelId="{1EF68CEB-58EE-4A2D-B855-744343E1B7DD}" type="presOf" srcId="{13FB0C3B-5BBF-4C21-B525-8FD7FB6F837E}" destId="{FFB0958F-BB34-4CC3-A8AF-96218C516F1D}" srcOrd="0" destOrd="0" presId="urn:microsoft.com/office/officeart/2005/8/layout/radial1"/>
    <dgm:cxn modelId="{093E6D1A-0B53-4305-B769-DF0FDCE07105}" type="presParOf" srcId="{52432AE4-DF97-4768-A269-E20834374735}" destId="{60BF2A4F-FF21-4AD7-8655-D81252EF867C}" srcOrd="0" destOrd="0" presId="urn:microsoft.com/office/officeart/2005/8/layout/radial1"/>
    <dgm:cxn modelId="{7354A51D-098A-42EF-BF37-5A1DAD29626D}" type="presParOf" srcId="{52432AE4-DF97-4768-A269-E20834374735}" destId="{6992D9BE-B66F-4F18-9AAF-B4408A140944}" srcOrd="1" destOrd="0" presId="urn:microsoft.com/office/officeart/2005/8/layout/radial1"/>
    <dgm:cxn modelId="{D6A9B4C1-C4B8-4F92-B27A-128D3CB2C10B}" type="presParOf" srcId="{6992D9BE-B66F-4F18-9AAF-B4408A140944}" destId="{72D6FFCF-C2FF-483F-9B51-25345FEF21C5}" srcOrd="0" destOrd="0" presId="urn:microsoft.com/office/officeart/2005/8/layout/radial1"/>
    <dgm:cxn modelId="{D63F7B04-2DB9-4FFE-BD81-D439EFE1F492}" type="presParOf" srcId="{52432AE4-DF97-4768-A269-E20834374735}" destId="{CD9972A0-D453-4FCB-8E3B-E4EFAD01D121}" srcOrd="2" destOrd="0" presId="urn:microsoft.com/office/officeart/2005/8/layout/radial1"/>
    <dgm:cxn modelId="{34FB294A-0F7D-4F0B-BDCA-4D31F365E7F7}" type="presParOf" srcId="{52432AE4-DF97-4768-A269-E20834374735}" destId="{D0830239-A840-469F-BB3E-5E7F142AE1A4}" srcOrd="3" destOrd="0" presId="urn:microsoft.com/office/officeart/2005/8/layout/radial1"/>
    <dgm:cxn modelId="{52EFB40C-DF23-4027-85E7-E2C35BF2C1E0}" type="presParOf" srcId="{D0830239-A840-469F-BB3E-5E7F142AE1A4}" destId="{046EED9F-BF99-426A-BF14-123FB914DBD6}" srcOrd="0" destOrd="0" presId="urn:microsoft.com/office/officeart/2005/8/layout/radial1"/>
    <dgm:cxn modelId="{336538C0-28DF-477B-97BD-D8908290E980}" type="presParOf" srcId="{52432AE4-DF97-4768-A269-E20834374735}" destId="{F9D90C76-22D7-47E9-A79F-C6203BB97B05}" srcOrd="4" destOrd="0" presId="urn:microsoft.com/office/officeart/2005/8/layout/radial1"/>
    <dgm:cxn modelId="{EE75E138-9B26-4C69-9FDA-1106DF590048}" type="presParOf" srcId="{52432AE4-DF97-4768-A269-E20834374735}" destId="{FFB0958F-BB34-4CC3-A8AF-96218C516F1D}" srcOrd="5" destOrd="0" presId="urn:microsoft.com/office/officeart/2005/8/layout/radial1"/>
    <dgm:cxn modelId="{EE861A9D-26C5-468A-A1CF-2B32E66F3233}" type="presParOf" srcId="{FFB0958F-BB34-4CC3-A8AF-96218C516F1D}" destId="{BB849658-68C6-45DF-A536-C513E5DC0C31}" srcOrd="0" destOrd="0" presId="urn:microsoft.com/office/officeart/2005/8/layout/radial1"/>
    <dgm:cxn modelId="{2D4B8BB7-A175-4F06-8534-081BDA530246}" type="presParOf" srcId="{52432AE4-DF97-4768-A269-E20834374735}" destId="{1EFA1DC6-6A01-4231-A22F-12D0809B9D11}" srcOrd="6" destOrd="0" presId="urn:microsoft.com/office/officeart/2005/8/layout/radial1"/>
    <dgm:cxn modelId="{844B5A50-A648-44D3-A7F7-5A350226C7A6}" type="presParOf" srcId="{52432AE4-DF97-4768-A269-E20834374735}" destId="{94573C76-ABC7-46D5-A6D2-60580E57B437}" srcOrd="7" destOrd="0" presId="urn:microsoft.com/office/officeart/2005/8/layout/radial1"/>
    <dgm:cxn modelId="{0CFFB79A-32BA-437C-95C7-AE4CCE3F51B9}" type="presParOf" srcId="{94573C76-ABC7-46D5-A6D2-60580E57B437}" destId="{D296B927-291A-4385-B610-1F15DDFF7EBD}" srcOrd="0" destOrd="0" presId="urn:microsoft.com/office/officeart/2005/8/layout/radial1"/>
    <dgm:cxn modelId="{F073A08A-8EEF-4D4E-9862-4BFDEED10D62}" type="presParOf" srcId="{52432AE4-DF97-4768-A269-E20834374735}" destId="{64BEA76F-933B-4266-BF20-D3418A90BE2F}" srcOrd="8" destOrd="0" presId="urn:microsoft.com/office/officeart/2005/8/layout/radial1"/>
    <dgm:cxn modelId="{ECB2EB8B-8DC8-4734-B908-084F643BB316}" type="presParOf" srcId="{52432AE4-DF97-4768-A269-E20834374735}" destId="{A5A654F0-AE14-45C9-9CD3-83B5DA9258B0}" srcOrd="9" destOrd="0" presId="urn:microsoft.com/office/officeart/2005/8/layout/radial1"/>
    <dgm:cxn modelId="{0E7ABF9B-2410-47CC-B94B-77F2360AAB01}" type="presParOf" srcId="{A5A654F0-AE14-45C9-9CD3-83B5DA9258B0}" destId="{B530255D-19D5-4C7E-B60D-FD7BADDECB40}" srcOrd="0" destOrd="0" presId="urn:microsoft.com/office/officeart/2005/8/layout/radial1"/>
    <dgm:cxn modelId="{168B2C15-CA74-41F7-B6FF-93C472BF0A0C}" type="presParOf" srcId="{52432AE4-DF97-4768-A269-E20834374735}" destId="{8EDAC933-FF85-4784-BBC1-EB512470EC5A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91AD82-F5CA-458B-960C-4F251D31AB10}" type="doc">
      <dgm:prSet loTypeId="urn:microsoft.com/office/officeart/2005/8/layout/radial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596401-0ADA-49D6-836C-EA775B6F0571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2400" dirty="0" smtClean="0"/>
            <a:t>Projekt MFA</a:t>
          </a:r>
          <a:endParaRPr lang="de-DE" sz="2400" dirty="0"/>
        </a:p>
      </dgm:t>
    </dgm:pt>
    <dgm:pt modelId="{D78B129A-9D90-4818-985F-C88886079902}" type="parTrans" cxnId="{976FE693-09BF-4CF5-868B-4B5D4634B13B}">
      <dgm:prSet/>
      <dgm:spPr/>
      <dgm:t>
        <a:bodyPr/>
        <a:lstStyle/>
        <a:p>
          <a:endParaRPr lang="de-DE" sz="2400"/>
        </a:p>
      </dgm:t>
    </dgm:pt>
    <dgm:pt modelId="{FF4D5C8B-6302-4000-95F7-176C66F57ACC}" type="sibTrans" cxnId="{976FE693-09BF-4CF5-868B-4B5D4634B13B}">
      <dgm:prSet/>
      <dgm:spPr/>
      <dgm:t>
        <a:bodyPr/>
        <a:lstStyle/>
        <a:p>
          <a:endParaRPr lang="de-DE" sz="2400"/>
        </a:p>
      </dgm:t>
    </dgm:pt>
    <dgm:pt modelId="{E1C71E68-3824-4865-BB14-651FC521AF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¤</a:t>
          </a:r>
          <a:endParaRPr lang="de-DE" sz="4800" dirty="0">
            <a:latin typeface="Webdings" panose="05030102010509060703" pitchFamily="18" charset="2"/>
          </a:endParaRPr>
        </a:p>
      </dgm:t>
    </dgm:pt>
    <dgm:pt modelId="{8C43B924-7F1D-4DD5-B1AD-0123B88B5221}" type="parTrans" cxnId="{3A86F9F7-0FEB-4514-8D11-102FBD2625BB}">
      <dgm:prSet custT="1"/>
      <dgm:spPr/>
      <dgm:t>
        <a:bodyPr/>
        <a:lstStyle/>
        <a:p>
          <a:endParaRPr lang="de-DE" sz="2400"/>
        </a:p>
      </dgm:t>
    </dgm:pt>
    <dgm:pt modelId="{FBC02DDA-423C-498D-9DF4-3EFF2D2071ED}" type="sibTrans" cxnId="{3A86F9F7-0FEB-4514-8D11-102FBD2625BB}">
      <dgm:prSet/>
      <dgm:spPr/>
      <dgm:t>
        <a:bodyPr/>
        <a:lstStyle/>
        <a:p>
          <a:endParaRPr lang="de-DE" sz="2400"/>
        </a:p>
      </dgm:t>
    </dgm:pt>
    <dgm:pt modelId="{288135DB-9174-491A-8A85-7EDB7ACAAA01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¦</a:t>
          </a:r>
          <a:endParaRPr lang="de-DE" sz="4800" dirty="0">
            <a:latin typeface="Webdings" panose="05030102010509060703" pitchFamily="18" charset="2"/>
          </a:endParaRPr>
        </a:p>
      </dgm:t>
    </dgm:pt>
    <dgm:pt modelId="{64087C55-AC28-47FA-BD9F-1D30A341917E}" type="parTrans" cxnId="{0AC20DC3-8308-4686-9EB4-25F46009B5CA}">
      <dgm:prSet custT="1"/>
      <dgm:spPr/>
      <dgm:t>
        <a:bodyPr/>
        <a:lstStyle/>
        <a:p>
          <a:endParaRPr lang="de-DE" sz="2400"/>
        </a:p>
      </dgm:t>
    </dgm:pt>
    <dgm:pt modelId="{A157FFB7-B1BB-4EBE-AE43-EE4952F75EDA}" type="sibTrans" cxnId="{0AC20DC3-8308-4686-9EB4-25F46009B5CA}">
      <dgm:prSet/>
      <dgm:spPr/>
      <dgm:t>
        <a:bodyPr/>
        <a:lstStyle/>
        <a:p>
          <a:endParaRPr lang="de-DE" sz="2400"/>
        </a:p>
      </dgm:t>
    </dgm:pt>
    <dgm:pt modelId="{051F862B-623C-45C6-AFC7-43AF3192A5F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U</a:t>
          </a:r>
          <a:endParaRPr lang="de-DE" sz="4800" dirty="0">
            <a:latin typeface="Webdings" panose="05030102010509060703" pitchFamily="18" charset="2"/>
          </a:endParaRPr>
        </a:p>
      </dgm:t>
    </dgm:pt>
    <dgm:pt modelId="{13FB0C3B-5BBF-4C21-B525-8FD7FB6F837E}" type="parTrans" cxnId="{42EB343A-9F4E-45A7-A8B9-0FE0BDCC5D57}">
      <dgm:prSet custT="1"/>
      <dgm:spPr/>
      <dgm:t>
        <a:bodyPr/>
        <a:lstStyle/>
        <a:p>
          <a:endParaRPr lang="de-DE" sz="2400"/>
        </a:p>
      </dgm:t>
    </dgm:pt>
    <dgm:pt modelId="{B1622A4B-2D8C-4E86-B660-217D5151902B}" type="sibTrans" cxnId="{42EB343A-9F4E-45A7-A8B9-0FE0BDCC5D57}">
      <dgm:prSet/>
      <dgm:spPr/>
      <dgm:t>
        <a:bodyPr/>
        <a:lstStyle/>
        <a:p>
          <a:endParaRPr lang="de-DE" sz="2400"/>
        </a:p>
      </dgm:t>
    </dgm:pt>
    <dgm:pt modelId="{4DC66341-7640-42C6-875D-40DC4924EA1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Â</a:t>
          </a:r>
          <a:endParaRPr lang="de-DE" sz="4800" dirty="0">
            <a:latin typeface="Webdings" panose="05030102010509060703" pitchFamily="18" charset="2"/>
          </a:endParaRPr>
        </a:p>
      </dgm:t>
    </dgm:pt>
    <dgm:pt modelId="{E8B3FEE3-AC75-44FE-BDB4-15A67505E2AD}" type="parTrans" cxnId="{16FDD854-F0B3-4E7A-B753-EFC761911241}">
      <dgm:prSet custT="1"/>
      <dgm:spPr/>
      <dgm:t>
        <a:bodyPr/>
        <a:lstStyle/>
        <a:p>
          <a:endParaRPr lang="de-DE" sz="2400"/>
        </a:p>
      </dgm:t>
    </dgm:pt>
    <dgm:pt modelId="{F7F2793B-3563-4547-AA3E-8DDB72E856E1}" type="sibTrans" cxnId="{16FDD854-F0B3-4E7A-B753-EFC761911241}">
      <dgm:prSet/>
      <dgm:spPr/>
      <dgm:t>
        <a:bodyPr/>
        <a:lstStyle/>
        <a:p>
          <a:endParaRPr lang="de-DE" sz="2400"/>
        </a:p>
      </dgm:t>
    </dgm:pt>
    <dgm:pt modelId="{961E7691-D542-4927-B6CC-55A7E44E3B54}">
      <dgm:prSet phldrT="[Text]" custT="1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de-DE" sz="4800" dirty="0" smtClean="0">
              <a:latin typeface="Webdings" panose="05030102010509060703" pitchFamily="18" charset="2"/>
            </a:rPr>
            <a:t>F</a:t>
          </a:r>
          <a:endParaRPr lang="de-DE" sz="4800" dirty="0">
            <a:latin typeface="Webdings" panose="05030102010509060703" pitchFamily="18" charset="2"/>
          </a:endParaRPr>
        </a:p>
      </dgm:t>
    </dgm:pt>
    <dgm:pt modelId="{76CC9E01-DABB-4794-8269-AEBD5494F842}" type="parTrans" cxnId="{90368B12-B932-432B-A135-7E7E3A2FA83B}">
      <dgm:prSet custT="1"/>
      <dgm:spPr/>
      <dgm:t>
        <a:bodyPr/>
        <a:lstStyle/>
        <a:p>
          <a:endParaRPr lang="de-DE" sz="2400"/>
        </a:p>
      </dgm:t>
    </dgm:pt>
    <dgm:pt modelId="{DDFC8C60-0948-4D0B-A7CF-1046CB9AF3E7}" type="sibTrans" cxnId="{90368B12-B932-432B-A135-7E7E3A2FA83B}">
      <dgm:prSet/>
      <dgm:spPr/>
      <dgm:t>
        <a:bodyPr/>
        <a:lstStyle/>
        <a:p>
          <a:endParaRPr lang="de-DE" sz="2400"/>
        </a:p>
      </dgm:t>
    </dgm:pt>
    <dgm:pt modelId="{52432AE4-DF97-4768-A269-E20834374735}" type="pres">
      <dgm:prSet presAssocID="{B291AD82-F5CA-458B-960C-4F251D31AB1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60BF2A4F-FF21-4AD7-8655-D81252EF867C}" type="pres">
      <dgm:prSet presAssocID="{C1596401-0ADA-49D6-836C-EA775B6F0571}" presName="centerShape" presStyleLbl="node0" presStyleIdx="0" presStyleCnt="1"/>
      <dgm:spPr/>
      <dgm:t>
        <a:bodyPr/>
        <a:lstStyle/>
        <a:p>
          <a:endParaRPr lang="de-DE"/>
        </a:p>
      </dgm:t>
    </dgm:pt>
    <dgm:pt modelId="{6992D9BE-B66F-4F18-9AAF-B4408A140944}" type="pres">
      <dgm:prSet presAssocID="{8C43B924-7F1D-4DD5-B1AD-0123B88B5221}" presName="Name9" presStyleLbl="parChTrans1D2" presStyleIdx="0" presStyleCnt="5"/>
      <dgm:spPr/>
      <dgm:t>
        <a:bodyPr/>
        <a:lstStyle/>
        <a:p>
          <a:endParaRPr lang="de-DE"/>
        </a:p>
      </dgm:t>
    </dgm:pt>
    <dgm:pt modelId="{72D6FFCF-C2FF-483F-9B51-25345FEF21C5}" type="pres">
      <dgm:prSet presAssocID="{8C43B924-7F1D-4DD5-B1AD-0123B88B5221}" presName="connTx" presStyleLbl="parChTrans1D2" presStyleIdx="0" presStyleCnt="5"/>
      <dgm:spPr/>
      <dgm:t>
        <a:bodyPr/>
        <a:lstStyle/>
        <a:p>
          <a:endParaRPr lang="de-DE"/>
        </a:p>
      </dgm:t>
    </dgm:pt>
    <dgm:pt modelId="{CD9972A0-D453-4FCB-8E3B-E4EFAD01D121}" type="pres">
      <dgm:prSet presAssocID="{E1C71E68-3824-4865-BB14-651FC521AF9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0830239-A840-469F-BB3E-5E7F142AE1A4}" type="pres">
      <dgm:prSet presAssocID="{64087C55-AC28-47FA-BD9F-1D30A341917E}" presName="Name9" presStyleLbl="parChTrans1D2" presStyleIdx="1" presStyleCnt="5"/>
      <dgm:spPr/>
      <dgm:t>
        <a:bodyPr/>
        <a:lstStyle/>
        <a:p>
          <a:endParaRPr lang="de-DE"/>
        </a:p>
      </dgm:t>
    </dgm:pt>
    <dgm:pt modelId="{046EED9F-BF99-426A-BF14-123FB914DBD6}" type="pres">
      <dgm:prSet presAssocID="{64087C55-AC28-47FA-BD9F-1D30A341917E}" presName="connTx" presStyleLbl="parChTrans1D2" presStyleIdx="1" presStyleCnt="5"/>
      <dgm:spPr/>
      <dgm:t>
        <a:bodyPr/>
        <a:lstStyle/>
        <a:p>
          <a:endParaRPr lang="de-DE"/>
        </a:p>
      </dgm:t>
    </dgm:pt>
    <dgm:pt modelId="{F9D90C76-22D7-47E9-A79F-C6203BB97B05}" type="pres">
      <dgm:prSet presAssocID="{288135DB-9174-491A-8A85-7EDB7ACAAA0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FB0958F-BB34-4CC3-A8AF-96218C516F1D}" type="pres">
      <dgm:prSet presAssocID="{13FB0C3B-5BBF-4C21-B525-8FD7FB6F837E}" presName="Name9" presStyleLbl="parChTrans1D2" presStyleIdx="2" presStyleCnt="5"/>
      <dgm:spPr/>
      <dgm:t>
        <a:bodyPr/>
        <a:lstStyle/>
        <a:p>
          <a:endParaRPr lang="de-DE"/>
        </a:p>
      </dgm:t>
    </dgm:pt>
    <dgm:pt modelId="{BB849658-68C6-45DF-A536-C513E5DC0C31}" type="pres">
      <dgm:prSet presAssocID="{13FB0C3B-5BBF-4C21-B525-8FD7FB6F837E}" presName="connTx" presStyleLbl="parChTrans1D2" presStyleIdx="2" presStyleCnt="5"/>
      <dgm:spPr/>
      <dgm:t>
        <a:bodyPr/>
        <a:lstStyle/>
        <a:p>
          <a:endParaRPr lang="de-DE"/>
        </a:p>
      </dgm:t>
    </dgm:pt>
    <dgm:pt modelId="{1EFA1DC6-6A01-4231-A22F-12D0809B9D11}" type="pres">
      <dgm:prSet presAssocID="{051F862B-623C-45C6-AFC7-43AF3192A5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4573C76-ABC7-46D5-A6D2-60580E57B437}" type="pres">
      <dgm:prSet presAssocID="{E8B3FEE3-AC75-44FE-BDB4-15A67505E2AD}" presName="Name9" presStyleLbl="parChTrans1D2" presStyleIdx="3" presStyleCnt="5"/>
      <dgm:spPr/>
      <dgm:t>
        <a:bodyPr/>
        <a:lstStyle/>
        <a:p>
          <a:endParaRPr lang="de-DE"/>
        </a:p>
      </dgm:t>
    </dgm:pt>
    <dgm:pt modelId="{D296B927-291A-4385-B610-1F15DDFF7EBD}" type="pres">
      <dgm:prSet presAssocID="{E8B3FEE3-AC75-44FE-BDB4-15A67505E2AD}" presName="connTx" presStyleLbl="parChTrans1D2" presStyleIdx="3" presStyleCnt="5"/>
      <dgm:spPr/>
      <dgm:t>
        <a:bodyPr/>
        <a:lstStyle/>
        <a:p>
          <a:endParaRPr lang="de-DE"/>
        </a:p>
      </dgm:t>
    </dgm:pt>
    <dgm:pt modelId="{64BEA76F-933B-4266-BF20-D3418A90BE2F}" type="pres">
      <dgm:prSet presAssocID="{4DC66341-7640-42C6-875D-40DC4924EA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5A654F0-AE14-45C9-9CD3-83B5DA9258B0}" type="pres">
      <dgm:prSet presAssocID="{76CC9E01-DABB-4794-8269-AEBD5494F842}" presName="Name9" presStyleLbl="parChTrans1D2" presStyleIdx="4" presStyleCnt="5"/>
      <dgm:spPr/>
      <dgm:t>
        <a:bodyPr/>
        <a:lstStyle/>
        <a:p>
          <a:endParaRPr lang="de-DE"/>
        </a:p>
      </dgm:t>
    </dgm:pt>
    <dgm:pt modelId="{B530255D-19D5-4C7E-B60D-FD7BADDECB40}" type="pres">
      <dgm:prSet presAssocID="{76CC9E01-DABB-4794-8269-AEBD5494F842}" presName="connTx" presStyleLbl="parChTrans1D2" presStyleIdx="4" presStyleCnt="5"/>
      <dgm:spPr/>
      <dgm:t>
        <a:bodyPr/>
        <a:lstStyle/>
        <a:p>
          <a:endParaRPr lang="de-DE"/>
        </a:p>
      </dgm:t>
    </dgm:pt>
    <dgm:pt modelId="{8EDAC933-FF85-4784-BBC1-EB512470EC5A}" type="pres">
      <dgm:prSet presAssocID="{961E7691-D542-4927-B6CC-55A7E44E3B5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0CE8C8A-3CBE-4B5D-A07F-57396ED4F3FB}" type="presOf" srcId="{76CC9E01-DABB-4794-8269-AEBD5494F842}" destId="{A5A654F0-AE14-45C9-9CD3-83B5DA9258B0}" srcOrd="0" destOrd="0" presId="urn:microsoft.com/office/officeart/2005/8/layout/radial1"/>
    <dgm:cxn modelId="{0BD45ECB-23A6-486A-813A-5CC3396B1B77}" type="presOf" srcId="{E1C71E68-3824-4865-BB14-651FC521AF9F}" destId="{CD9972A0-D453-4FCB-8E3B-E4EFAD01D121}" srcOrd="0" destOrd="0" presId="urn:microsoft.com/office/officeart/2005/8/layout/radial1"/>
    <dgm:cxn modelId="{BDA98FE0-1EF1-459A-893C-A33B5F0393B3}" type="presOf" srcId="{8C43B924-7F1D-4DD5-B1AD-0123B88B5221}" destId="{72D6FFCF-C2FF-483F-9B51-25345FEF21C5}" srcOrd="1" destOrd="0" presId="urn:microsoft.com/office/officeart/2005/8/layout/radial1"/>
    <dgm:cxn modelId="{0AC20DC3-8308-4686-9EB4-25F46009B5CA}" srcId="{C1596401-0ADA-49D6-836C-EA775B6F0571}" destId="{288135DB-9174-491A-8A85-7EDB7ACAAA01}" srcOrd="1" destOrd="0" parTransId="{64087C55-AC28-47FA-BD9F-1D30A341917E}" sibTransId="{A157FFB7-B1BB-4EBE-AE43-EE4952F75EDA}"/>
    <dgm:cxn modelId="{90368B12-B932-432B-A135-7E7E3A2FA83B}" srcId="{C1596401-0ADA-49D6-836C-EA775B6F0571}" destId="{961E7691-D542-4927-B6CC-55A7E44E3B54}" srcOrd="4" destOrd="0" parTransId="{76CC9E01-DABB-4794-8269-AEBD5494F842}" sibTransId="{DDFC8C60-0948-4D0B-A7CF-1046CB9AF3E7}"/>
    <dgm:cxn modelId="{DC396B54-FD38-45F0-99CC-BA0341C36FBA}" type="presOf" srcId="{051F862B-623C-45C6-AFC7-43AF3192A5F9}" destId="{1EFA1DC6-6A01-4231-A22F-12D0809B9D11}" srcOrd="0" destOrd="0" presId="urn:microsoft.com/office/officeart/2005/8/layout/radial1"/>
    <dgm:cxn modelId="{16FDD854-F0B3-4E7A-B753-EFC761911241}" srcId="{C1596401-0ADA-49D6-836C-EA775B6F0571}" destId="{4DC66341-7640-42C6-875D-40DC4924EA19}" srcOrd="3" destOrd="0" parTransId="{E8B3FEE3-AC75-44FE-BDB4-15A67505E2AD}" sibTransId="{F7F2793B-3563-4547-AA3E-8DDB72E856E1}"/>
    <dgm:cxn modelId="{4164DE40-7603-47AE-BC0D-8FE0476419B8}" type="presOf" srcId="{64087C55-AC28-47FA-BD9F-1D30A341917E}" destId="{046EED9F-BF99-426A-BF14-123FB914DBD6}" srcOrd="1" destOrd="0" presId="urn:microsoft.com/office/officeart/2005/8/layout/radial1"/>
    <dgm:cxn modelId="{F8EA778F-FC5F-4F06-9A7A-B2121AA32571}" type="presOf" srcId="{4DC66341-7640-42C6-875D-40DC4924EA19}" destId="{64BEA76F-933B-4266-BF20-D3418A90BE2F}" srcOrd="0" destOrd="0" presId="urn:microsoft.com/office/officeart/2005/8/layout/radial1"/>
    <dgm:cxn modelId="{F8E68B9D-CF90-479A-9F6D-33896B532FF8}" type="presOf" srcId="{13FB0C3B-5BBF-4C21-B525-8FD7FB6F837E}" destId="{FFB0958F-BB34-4CC3-A8AF-96218C516F1D}" srcOrd="0" destOrd="0" presId="urn:microsoft.com/office/officeart/2005/8/layout/radial1"/>
    <dgm:cxn modelId="{42EB343A-9F4E-45A7-A8B9-0FE0BDCC5D57}" srcId="{C1596401-0ADA-49D6-836C-EA775B6F0571}" destId="{051F862B-623C-45C6-AFC7-43AF3192A5F9}" srcOrd="2" destOrd="0" parTransId="{13FB0C3B-5BBF-4C21-B525-8FD7FB6F837E}" sibTransId="{B1622A4B-2D8C-4E86-B660-217D5151902B}"/>
    <dgm:cxn modelId="{2194134D-0215-4B15-BCA7-926315164CEC}" type="presOf" srcId="{E8B3FEE3-AC75-44FE-BDB4-15A67505E2AD}" destId="{94573C76-ABC7-46D5-A6D2-60580E57B437}" srcOrd="0" destOrd="0" presId="urn:microsoft.com/office/officeart/2005/8/layout/radial1"/>
    <dgm:cxn modelId="{C26F8949-84EB-41BC-8391-D4F9B740265D}" type="presOf" srcId="{961E7691-D542-4927-B6CC-55A7E44E3B54}" destId="{8EDAC933-FF85-4784-BBC1-EB512470EC5A}" srcOrd="0" destOrd="0" presId="urn:microsoft.com/office/officeart/2005/8/layout/radial1"/>
    <dgm:cxn modelId="{23FE2181-55A9-4D35-BB74-0A7BB26E0D2E}" type="presOf" srcId="{13FB0C3B-5BBF-4C21-B525-8FD7FB6F837E}" destId="{BB849658-68C6-45DF-A536-C513E5DC0C31}" srcOrd="1" destOrd="0" presId="urn:microsoft.com/office/officeart/2005/8/layout/radial1"/>
    <dgm:cxn modelId="{B40979D4-1CF1-430C-A752-9F377955310C}" type="presOf" srcId="{8C43B924-7F1D-4DD5-B1AD-0123B88B5221}" destId="{6992D9BE-B66F-4F18-9AAF-B4408A140944}" srcOrd="0" destOrd="0" presId="urn:microsoft.com/office/officeart/2005/8/layout/radial1"/>
    <dgm:cxn modelId="{5EF4A2AC-5867-40D1-A8BE-F214915C9EFE}" type="presOf" srcId="{288135DB-9174-491A-8A85-7EDB7ACAAA01}" destId="{F9D90C76-22D7-47E9-A79F-C6203BB97B05}" srcOrd="0" destOrd="0" presId="urn:microsoft.com/office/officeart/2005/8/layout/radial1"/>
    <dgm:cxn modelId="{C07AD529-D0DF-4904-A141-B6D155CDC2F3}" type="presOf" srcId="{76CC9E01-DABB-4794-8269-AEBD5494F842}" destId="{B530255D-19D5-4C7E-B60D-FD7BADDECB40}" srcOrd="1" destOrd="0" presId="urn:microsoft.com/office/officeart/2005/8/layout/radial1"/>
    <dgm:cxn modelId="{346D39AA-16C3-4FBB-B6EC-E7D031EAE9D3}" type="presOf" srcId="{E8B3FEE3-AC75-44FE-BDB4-15A67505E2AD}" destId="{D296B927-291A-4385-B610-1F15DDFF7EBD}" srcOrd="1" destOrd="0" presId="urn:microsoft.com/office/officeart/2005/8/layout/radial1"/>
    <dgm:cxn modelId="{3A86F9F7-0FEB-4514-8D11-102FBD2625BB}" srcId="{C1596401-0ADA-49D6-836C-EA775B6F0571}" destId="{E1C71E68-3824-4865-BB14-651FC521AF9F}" srcOrd="0" destOrd="0" parTransId="{8C43B924-7F1D-4DD5-B1AD-0123B88B5221}" sibTransId="{FBC02DDA-423C-498D-9DF4-3EFF2D2071ED}"/>
    <dgm:cxn modelId="{A38A1997-5F9D-4A64-88B5-450464482367}" type="presOf" srcId="{64087C55-AC28-47FA-BD9F-1D30A341917E}" destId="{D0830239-A840-469F-BB3E-5E7F142AE1A4}" srcOrd="0" destOrd="0" presId="urn:microsoft.com/office/officeart/2005/8/layout/radial1"/>
    <dgm:cxn modelId="{E0F6CEB9-695D-40F0-812B-B37C62250562}" type="presOf" srcId="{B291AD82-F5CA-458B-960C-4F251D31AB10}" destId="{52432AE4-DF97-4768-A269-E20834374735}" srcOrd="0" destOrd="0" presId="urn:microsoft.com/office/officeart/2005/8/layout/radial1"/>
    <dgm:cxn modelId="{976FE693-09BF-4CF5-868B-4B5D4634B13B}" srcId="{B291AD82-F5CA-458B-960C-4F251D31AB10}" destId="{C1596401-0ADA-49D6-836C-EA775B6F0571}" srcOrd="0" destOrd="0" parTransId="{D78B129A-9D90-4818-985F-C88886079902}" sibTransId="{FF4D5C8B-6302-4000-95F7-176C66F57ACC}"/>
    <dgm:cxn modelId="{DE1BEA72-33C7-4AC1-BB43-F4DA4268C21A}" type="presOf" srcId="{C1596401-0ADA-49D6-836C-EA775B6F0571}" destId="{60BF2A4F-FF21-4AD7-8655-D81252EF867C}" srcOrd="0" destOrd="0" presId="urn:microsoft.com/office/officeart/2005/8/layout/radial1"/>
    <dgm:cxn modelId="{40960C18-E076-4468-9C86-B5F0216F5C6A}" type="presParOf" srcId="{52432AE4-DF97-4768-A269-E20834374735}" destId="{60BF2A4F-FF21-4AD7-8655-D81252EF867C}" srcOrd="0" destOrd="0" presId="urn:microsoft.com/office/officeart/2005/8/layout/radial1"/>
    <dgm:cxn modelId="{0ADAB36D-8FDE-4E4B-8FB1-50F1C0B4780B}" type="presParOf" srcId="{52432AE4-DF97-4768-A269-E20834374735}" destId="{6992D9BE-B66F-4F18-9AAF-B4408A140944}" srcOrd="1" destOrd="0" presId="urn:microsoft.com/office/officeart/2005/8/layout/radial1"/>
    <dgm:cxn modelId="{13546501-DCEB-46C2-AF1A-998A50CD2C19}" type="presParOf" srcId="{6992D9BE-B66F-4F18-9AAF-B4408A140944}" destId="{72D6FFCF-C2FF-483F-9B51-25345FEF21C5}" srcOrd="0" destOrd="0" presId="urn:microsoft.com/office/officeart/2005/8/layout/radial1"/>
    <dgm:cxn modelId="{B824A3EC-99F5-475E-BB26-485D663F1CE1}" type="presParOf" srcId="{52432AE4-DF97-4768-A269-E20834374735}" destId="{CD9972A0-D453-4FCB-8E3B-E4EFAD01D121}" srcOrd="2" destOrd="0" presId="urn:microsoft.com/office/officeart/2005/8/layout/radial1"/>
    <dgm:cxn modelId="{307291DF-D8F0-4F9C-8D1B-782D958ACFD4}" type="presParOf" srcId="{52432AE4-DF97-4768-A269-E20834374735}" destId="{D0830239-A840-469F-BB3E-5E7F142AE1A4}" srcOrd="3" destOrd="0" presId="urn:microsoft.com/office/officeart/2005/8/layout/radial1"/>
    <dgm:cxn modelId="{3F1C5E29-10C3-459B-9630-BC52296587FF}" type="presParOf" srcId="{D0830239-A840-469F-BB3E-5E7F142AE1A4}" destId="{046EED9F-BF99-426A-BF14-123FB914DBD6}" srcOrd="0" destOrd="0" presId="urn:microsoft.com/office/officeart/2005/8/layout/radial1"/>
    <dgm:cxn modelId="{0A5CDC1E-55AF-4FDD-BEE4-F45A2CC1593B}" type="presParOf" srcId="{52432AE4-DF97-4768-A269-E20834374735}" destId="{F9D90C76-22D7-47E9-A79F-C6203BB97B05}" srcOrd="4" destOrd="0" presId="urn:microsoft.com/office/officeart/2005/8/layout/radial1"/>
    <dgm:cxn modelId="{FFECB540-CAD7-4784-8D48-7508A9DA6B64}" type="presParOf" srcId="{52432AE4-DF97-4768-A269-E20834374735}" destId="{FFB0958F-BB34-4CC3-A8AF-96218C516F1D}" srcOrd="5" destOrd="0" presId="urn:microsoft.com/office/officeart/2005/8/layout/radial1"/>
    <dgm:cxn modelId="{C2BF7653-359B-47E0-8A36-4535CBCB506C}" type="presParOf" srcId="{FFB0958F-BB34-4CC3-A8AF-96218C516F1D}" destId="{BB849658-68C6-45DF-A536-C513E5DC0C31}" srcOrd="0" destOrd="0" presId="urn:microsoft.com/office/officeart/2005/8/layout/radial1"/>
    <dgm:cxn modelId="{23DC102A-0A77-4C42-8739-77DB4F385B6C}" type="presParOf" srcId="{52432AE4-DF97-4768-A269-E20834374735}" destId="{1EFA1DC6-6A01-4231-A22F-12D0809B9D11}" srcOrd="6" destOrd="0" presId="urn:microsoft.com/office/officeart/2005/8/layout/radial1"/>
    <dgm:cxn modelId="{A697F3ED-E464-49D5-94AD-CBA1B60B37E9}" type="presParOf" srcId="{52432AE4-DF97-4768-A269-E20834374735}" destId="{94573C76-ABC7-46D5-A6D2-60580E57B437}" srcOrd="7" destOrd="0" presId="urn:microsoft.com/office/officeart/2005/8/layout/radial1"/>
    <dgm:cxn modelId="{575C5074-066E-4EE2-A52B-46F0FCB50E85}" type="presParOf" srcId="{94573C76-ABC7-46D5-A6D2-60580E57B437}" destId="{D296B927-291A-4385-B610-1F15DDFF7EBD}" srcOrd="0" destOrd="0" presId="urn:microsoft.com/office/officeart/2005/8/layout/radial1"/>
    <dgm:cxn modelId="{836D917F-1EBD-43C8-9202-09C433190BAF}" type="presParOf" srcId="{52432AE4-DF97-4768-A269-E20834374735}" destId="{64BEA76F-933B-4266-BF20-D3418A90BE2F}" srcOrd="8" destOrd="0" presId="urn:microsoft.com/office/officeart/2005/8/layout/radial1"/>
    <dgm:cxn modelId="{3D28B0AA-0613-419B-B4B2-07C8DB230FCA}" type="presParOf" srcId="{52432AE4-DF97-4768-A269-E20834374735}" destId="{A5A654F0-AE14-45C9-9CD3-83B5DA9258B0}" srcOrd="9" destOrd="0" presId="urn:microsoft.com/office/officeart/2005/8/layout/radial1"/>
    <dgm:cxn modelId="{A9B9F0FB-2B17-40C9-BF8B-C747E561AD60}" type="presParOf" srcId="{A5A654F0-AE14-45C9-9CD3-83B5DA9258B0}" destId="{B530255D-19D5-4C7E-B60D-FD7BADDECB40}" srcOrd="0" destOrd="0" presId="urn:microsoft.com/office/officeart/2005/8/layout/radial1"/>
    <dgm:cxn modelId="{EBD86DBB-7646-40C5-B124-E151A3F2B3F2}" type="presParOf" srcId="{52432AE4-DF97-4768-A269-E20834374735}" destId="{8EDAC933-FF85-4784-BBC1-EB512470EC5A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target1" loCatId="relationship" qsTypeId="urn:microsoft.com/office/officeart/2005/8/quickstyle/simple1" qsCatId="simple" csTypeId="urn:microsoft.com/office/officeart/2005/8/colors/accent6_2" csCatId="accent6" phldr="1"/>
      <dgm:spPr/>
    </dgm:pt>
    <dgm:pt modelId="{E3C99051-B908-40BA-8F13-1CBF618D6C04}">
      <dgm:prSet phldrT="[Text]" custT="1"/>
      <dgm:spPr/>
      <dgm:t>
        <a:bodyPr/>
        <a:lstStyle/>
        <a:p>
          <a:r>
            <a:rPr lang="de-DE" sz="1500" dirty="0" smtClean="0"/>
            <a:t>Stückkosten reduzieren</a:t>
          </a:r>
          <a:endParaRPr lang="de-DE" sz="1500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5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500"/>
        </a:p>
      </dgm:t>
    </dgm:pt>
    <dgm:pt modelId="{D84089FE-72D4-4EA9-BF92-E516CF44997D}">
      <dgm:prSet phldrT="[Text]" custT="1"/>
      <dgm:spPr/>
      <dgm:t>
        <a:bodyPr/>
        <a:lstStyle/>
        <a:p>
          <a:r>
            <a:rPr lang="de-DE" sz="1500" dirty="0" smtClean="0"/>
            <a:t>Ausfallzeiten senken</a:t>
          </a:r>
          <a:endParaRPr lang="de-DE" sz="1500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5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500"/>
        </a:p>
      </dgm:t>
    </dgm:pt>
    <dgm:pt modelId="{A7DD5A52-0FD8-4C4E-8180-647CFBDB580E}">
      <dgm:prSet phldrT="[Text]" custT="1"/>
      <dgm:spPr/>
      <dgm:t>
        <a:bodyPr/>
        <a:lstStyle/>
        <a:p>
          <a:r>
            <a:rPr lang="de-DE" sz="1500" dirty="0" smtClean="0"/>
            <a:t>Qualität verbessern</a:t>
          </a:r>
          <a:endParaRPr lang="de-DE" sz="1500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5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500"/>
        </a:p>
      </dgm:t>
    </dgm:pt>
    <dgm:pt modelId="{2E6B41D1-4B9C-4054-AB41-C6262C107A0A}">
      <dgm:prSet phldrT="[Text]" custT="1"/>
      <dgm:spPr/>
      <dgm:t>
        <a:bodyPr/>
        <a:lstStyle/>
        <a:p>
          <a:r>
            <a:rPr lang="de-DE" sz="1500" noProof="1" smtClean="0"/>
            <a:t>Kundenzufriedenheit erhöhen</a:t>
          </a:r>
          <a:endParaRPr lang="de-DE" sz="1500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5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500"/>
        </a:p>
      </dgm:t>
    </dgm:pt>
    <dgm:pt modelId="{42C79F97-D233-4FD9-AF4D-8751E2F14E40}" type="pres">
      <dgm:prSet presAssocID="{9E96FF71-DB9B-43DE-BE7F-19ADA51ADA90}" presName="composite" presStyleCnt="0">
        <dgm:presLayoutVars>
          <dgm:chMax val="5"/>
          <dgm:dir/>
          <dgm:resizeHandles val="exact"/>
        </dgm:presLayoutVars>
      </dgm:prSet>
      <dgm:spPr/>
    </dgm:pt>
    <dgm:pt modelId="{20DBB7DD-D1E7-4D91-9B39-28CB24FDC579}" type="pres">
      <dgm:prSet presAssocID="{E3C99051-B908-40BA-8F13-1CBF618D6C04}" presName="circle1" presStyleLbl="lnNode1" presStyleIdx="0" presStyleCnt="4"/>
      <dgm:spPr>
        <a:solidFill>
          <a:schemeClr val="accent2"/>
        </a:solidFill>
      </dgm:spPr>
    </dgm:pt>
    <dgm:pt modelId="{4E680877-6253-4FD2-A980-81CF7C1499C3}" type="pres">
      <dgm:prSet presAssocID="{E3C99051-B908-40BA-8F13-1CBF618D6C04}" presName="text1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A815901-E85C-4736-AF8D-ABC1F87C088E}" type="pres">
      <dgm:prSet presAssocID="{E3C99051-B908-40BA-8F13-1CBF618D6C04}" presName="line1" presStyleLbl="callout" presStyleIdx="0" presStyleCnt="8"/>
      <dgm:spPr>
        <a:ln>
          <a:solidFill>
            <a:schemeClr val="bg2">
              <a:lumMod val="90000"/>
            </a:schemeClr>
          </a:solidFill>
        </a:ln>
      </dgm:spPr>
    </dgm:pt>
    <dgm:pt modelId="{7B98CDFE-4B56-4A7A-9563-58A9398116E0}" type="pres">
      <dgm:prSet presAssocID="{E3C99051-B908-40BA-8F13-1CBF618D6C04}" presName="d1" presStyleLbl="callout" presStyleIdx="1" presStyleCnt="8"/>
      <dgm:spPr>
        <a:ln>
          <a:solidFill>
            <a:schemeClr val="bg2">
              <a:lumMod val="90000"/>
            </a:schemeClr>
          </a:solidFill>
        </a:ln>
      </dgm:spPr>
    </dgm:pt>
    <dgm:pt modelId="{247D0E30-684B-40AD-8248-DC7E5D6C63FD}" type="pres">
      <dgm:prSet presAssocID="{D84089FE-72D4-4EA9-BF92-E516CF44997D}" presName="circle2" presStyleLbl="lnNode1" presStyleIdx="1" presStyleCnt="4"/>
      <dgm:spPr>
        <a:solidFill>
          <a:schemeClr val="accent6">
            <a:lumMod val="75000"/>
          </a:schemeClr>
        </a:solidFill>
      </dgm:spPr>
    </dgm:pt>
    <dgm:pt modelId="{6C9254E3-75D2-4D67-8469-40F88FC06F8B}" type="pres">
      <dgm:prSet presAssocID="{D84089FE-72D4-4EA9-BF92-E516CF44997D}" presName="text2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B9E82A8-499A-4A18-BEB3-A1D664CCFA29}" type="pres">
      <dgm:prSet presAssocID="{D84089FE-72D4-4EA9-BF92-E516CF44997D}" presName="line2" presStyleLbl="callout" presStyleIdx="2" presStyleCnt="8"/>
      <dgm:spPr>
        <a:ln>
          <a:solidFill>
            <a:schemeClr val="bg2">
              <a:lumMod val="90000"/>
            </a:schemeClr>
          </a:solidFill>
        </a:ln>
      </dgm:spPr>
    </dgm:pt>
    <dgm:pt modelId="{DF3C77D8-C563-4424-8063-67AF5B531CF9}" type="pres">
      <dgm:prSet presAssocID="{D84089FE-72D4-4EA9-BF92-E516CF44997D}" presName="d2" presStyleLbl="callout" presStyleIdx="3" presStyleCnt="8"/>
      <dgm:spPr>
        <a:ln>
          <a:solidFill>
            <a:schemeClr val="bg2">
              <a:lumMod val="90000"/>
            </a:schemeClr>
          </a:solidFill>
        </a:ln>
      </dgm:spPr>
    </dgm:pt>
    <dgm:pt modelId="{E46CA279-01E6-45F5-8452-2BF5BE6299D0}" type="pres">
      <dgm:prSet presAssocID="{A7DD5A52-0FD8-4C4E-8180-647CFBDB580E}" presName="circle3" presStyleLbl="lnNode1" presStyleIdx="2" presStyleCnt="4"/>
      <dgm:spPr/>
    </dgm:pt>
    <dgm:pt modelId="{5FD41479-C6C8-49FE-8B35-2972ED4AA0AA}" type="pres">
      <dgm:prSet presAssocID="{A7DD5A52-0FD8-4C4E-8180-647CFBDB580E}" presName="text3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79CEFF4-EFD7-457B-91B3-974D2C277D1A}" type="pres">
      <dgm:prSet presAssocID="{A7DD5A52-0FD8-4C4E-8180-647CFBDB580E}" presName="line3" presStyleLbl="callout" presStyleIdx="4" presStyleCnt="8"/>
      <dgm:spPr>
        <a:ln>
          <a:solidFill>
            <a:schemeClr val="bg2">
              <a:lumMod val="90000"/>
            </a:schemeClr>
          </a:solidFill>
        </a:ln>
      </dgm:spPr>
    </dgm:pt>
    <dgm:pt modelId="{55AD0378-CAC7-444F-BB41-960E8ADC9E35}" type="pres">
      <dgm:prSet presAssocID="{A7DD5A52-0FD8-4C4E-8180-647CFBDB580E}" presName="d3" presStyleLbl="callout" presStyleIdx="5" presStyleCnt="8"/>
      <dgm:spPr>
        <a:ln>
          <a:solidFill>
            <a:schemeClr val="bg2">
              <a:lumMod val="90000"/>
            </a:schemeClr>
          </a:solidFill>
        </a:ln>
      </dgm:spPr>
    </dgm:pt>
    <dgm:pt modelId="{A4AA35B3-613C-4B79-AAA2-0D8B74EC543F}" type="pres">
      <dgm:prSet presAssocID="{2E6B41D1-4B9C-4054-AB41-C6262C107A0A}" presName="circle4" presStyleLbl="lnNode1" presStyleIdx="3" presStyleCnt="4"/>
      <dgm:spPr>
        <a:solidFill>
          <a:schemeClr val="accent1">
            <a:lumMod val="75000"/>
          </a:schemeClr>
        </a:solidFill>
      </dgm:spPr>
    </dgm:pt>
    <dgm:pt modelId="{970B9D38-028D-4799-ADE3-B236CAB20CCC}" type="pres">
      <dgm:prSet presAssocID="{2E6B41D1-4B9C-4054-AB41-C6262C107A0A}" presName="text4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2CF2569-8443-4743-B223-EB10A93D85C6}" type="pres">
      <dgm:prSet presAssocID="{2E6B41D1-4B9C-4054-AB41-C6262C107A0A}" presName="line4" presStyleLbl="callout" presStyleIdx="6" presStyleCnt="8"/>
      <dgm:spPr>
        <a:ln>
          <a:solidFill>
            <a:schemeClr val="bg2">
              <a:lumMod val="90000"/>
            </a:schemeClr>
          </a:solidFill>
        </a:ln>
      </dgm:spPr>
    </dgm:pt>
    <dgm:pt modelId="{863E3E92-8160-46A9-A2D0-3241CD09282A}" type="pres">
      <dgm:prSet presAssocID="{2E6B41D1-4B9C-4054-AB41-C6262C107A0A}" presName="d4" presStyleLbl="callout" presStyleIdx="7" presStyleCnt="8"/>
      <dgm:spPr>
        <a:ln>
          <a:solidFill>
            <a:schemeClr val="bg2">
              <a:lumMod val="90000"/>
            </a:schemeClr>
          </a:solidFill>
        </a:ln>
      </dgm:spPr>
    </dgm:pt>
  </dgm:ptLst>
  <dgm:cxnLst>
    <dgm:cxn modelId="{8B4BAE2B-0044-4941-9409-9688E9E50B47}" type="presOf" srcId="{9E96FF71-DB9B-43DE-BE7F-19ADA51ADA90}" destId="{42C79F97-D233-4FD9-AF4D-8751E2F14E40}" srcOrd="0" destOrd="0" presId="urn:microsoft.com/office/officeart/2005/8/layout/target1"/>
    <dgm:cxn modelId="{EBF71C30-5BC0-47BB-AD73-4105BB21177A}" type="presOf" srcId="{2E6B41D1-4B9C-4054-AB41-C6262C107A0A}" destId="{970B9D38-028D-4799-ADE3-B236CAB20CCC}" srcOrd="0" destOrd="0" presId="urn:microsoft.com/office/officeart/2005/8/layout/target1"/>
    <dgm:cxn modelId="{5B1242C3-BE75-474F-A17C-37A2F9306C7D}" type="presOf" srcId="{A7DD5A52-0FD8-4C4E-8180-647CFBDB580E}" destId="{5FD41479-C6C8-49FE-8B35-2972ED4AA0AA}" srcOrd="0" destOrd="0" presId="urn:microsoft.com/office/officeart/2005/8/layout/target1"/>
    <dgm:cxn modelId="{303A14F6-0EE2-40D5-87A3-594C75412D28}" type="presOf" srcId="{E3C99051-B908-40BA-8F13-1CBF618D6C04}" destId="{4E680877-6253-4FD2-A980-81CF7C1499C3}" srcOrd="0" destOrd="0" presId="urn:microsoft.com/office/officeart/2005/8/layout/target1"/>
    <dgm:cxn modelId="{C06881C2-4AD9-413E-968E-435E195ED62D}" type="presOf" srcId="{D84089FE-72D4-4EA9-BF92-E516CF44997D}" destId="{6C9254E3-75D2-4D67-8469-40F88FC06F8B}" srcOrd="0" destOrd="0" presId="urn:microsoft.com/office/officeart/2005/8/layout/target1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8EF8A72C-F68D-49A8-94FB-798BEB5A8260}" type="presParOf" srcId="{42C79F97-D233-4FD9-AF4D-8751E2F14E40}" destId="{20DBB7DD-D1E7-4D91-9B39-28CB24FDC579}" srcOrd="0" destOrd="0" presId="urn:microsoft.com/office/officeart/2005/8/layout/target1"/>
    <dgm:cxn modelId="{BDED4633-D81A-4274-BC3F-11CCB4D8DA11}" type="presParOf" srcId="{42C79F97-D233-4FD9-AF4D-8751E2F14E40}" destId="{4E680877-6253-4FD2-A980-81CF7C1499C3}" srcOrd="1" destOrd="0" presId="urn:microsoft.com/office/officeart/2005/8/layout/target1"/>
    <dgm:cxn modelId="{CAFA0E05-9B73-4153-B325-4516C3C5A0A9}" type="presParOf" srcId="{42C79F97-D233-4FD9-AF4D-8751E2F14E40}" destId="{5A815901-E85C-4736-AF8D-ABC1F87C088E}" srcOrd="2" destOrd="0" presId="urn:microsoft.com/office/officeart/2005/8/layout/target1"/>
    <dgm:cxn modelId="{98DFBEE4-ECD1-422E-A5E0-8B6EE4478FCE}" type="presParOf" srcId="{42C79F97-D233-4FD9-AF4D-8751E2F14E40}" destId="{7B98CDFE-4B56-4A7A-9563-58A9398116E0}" srcOrd="3" destOrd="0" presId="urn:microsoft.com/office/officeart/2005/8/layout/target1"/>
    <dgm:cxn modelId="{42A30A4A-51D3-4C9A-86F2-8DEAA0186184}" type="presParOf" srcId="{42C79F97-D233-4FD9-AF4D-8751E2F14E40}" destId="{247D0E30-684B-40AD-8248-DC7E5D6C63FD}" srcOrd="4" destOrd="0" presId="urn:microsoft.com/office/officeart/2005/8/layout/target1"/>
    <dgm:cxn modelId="{8E5450D2-878C-4BEE-A0F1-0C90B696CBBD}" type="presParOf" srcId="{42C79F97-D233-4FD9-AF4D-8751E2F14E40}" destId="{6C9254E3-75D2-4D67-8469-40F88FC06F8B}" srcOrd="5" destOrd="0" presId="urn:microsoft.com/office/officeart/2005/8/layout/target1"/>
    <dgm:cxn modelId="{2A89DC63-869F-462D-B371-98EC19122BB1}" type="presParOf" srcId="{42C79F97-D233-4FD9-AF4D-8751E2F14E40}" destId="{BB9E82A8-499A-4A18-BEB3-A1D664CCFA29}" srcOrd="6" destOrd="0" presId="urn:microsoft.com/office/officeart/2005/8/layout/target1"/>
    <dgm:cxn modelId="{057538B3-20B5-498E-8686-4D3FEC357010}" type="presParOf" srcId="{42C79F97-D233-4FD9-AF4D-8751E2F14E40}" destId="{DF3C77D8-C563-4424-8063-67AF5B531CF9}" srcOrd="7" destOrd="0" presId="urn:microsoft.com/office/officeart/2005/8/layout/target1"/>
    <dgm:cxn modelId="{8B4DB263-F798-48E0-B2D5-35D7C9A12C74}" type="presParOf" srcId="{42C79F97-D233-4FD9-AF4D-8751E2F14E40}" destId="{E46CA279-01E6-45F5-8452-2BF5BE6299D0}" srcOrd="8" destOrd="0" presId="urn:microsoft.com/office/officeart/2005/8/layout/target1"/>
    <dgm:cxn modelId="{62BB7DCE-D821-461B-998F-6B2AAD2433AE}" type="presParOf" srcId="{42C79F97-D233-4FD9-AF4D-8751E2F14E40}" destId="{5FD41479-C6C8-49FE-8B35-2972ED4AA0AA}" srcOrd="9" destOrd="0" presId="urn:microsoft.com/office/officeart/2005/8/layout/target1"/>
    <dgm:cxn modelId="{967ABAB6-EF80-4956-9DAC-D42D746E1E0B}" type="presParOf" srcId="{42C79F97-D233-4FD9-AF4D-8751E2F14E40}" destId="{979CEFF4-EFD7-457B-91B3-974D2C277D1A}" srcOrd="10" destOrd="0" presId="urn:microsoft.com/office/officeart/2005/8/layout/target1"/>
    <dgm:cxn modelId="{22608EC8-E388-49CC-B99B-FEFCE57DDA96}" type="presParOf" srcId="{42C79F97-D233-4FD9-AF4D-8751E2F14E40}" destId="{55AD0378-CAC7-444F-BB41-960E8ADC9E35}" srcOrd="11" destOrd="0" presId="urn:microsoft.com/office/officeart/2005/8/layout/target1"/>
    <dgm:cxn modelId="{907866F3-B49C-43C0-AD27-D93CD20DD579}" type="presParOf" srcId="{42C79F97-D233-4FD9-AF4D-8751E2F14E40}" destId="{A4AA35B3-613C-4B79-AAA2-0D8B74EC543F}" srcOrd="12" destOrd="0" presId="urn:microsoft.com/office/officeart/2005/8/layout/target1"/>
    <dgm:cxn modelId="{BD8D9C36-047F-41B1-8CFB-2EC7CFC26F86}" type="presParOf" srcId="{42C79F97-D233-4FD9-AF4D-8751E2F14E40}" destId="{970B9D38-028D-4799-ADE3-B236CAB20CCC}" srcOrd="13" destOrd="0" presId="urn:microsoft.com/office/officeart/2005/8/layout/target1"/>
    <dgm:cxn modelId="{BC5E5783-D9F0-4CE4-8EC5-15D238439501}" type="presParOf" srcId="{42C79F97-D233-4FD9-AF4D-8751E2F14E40}" destId="{02CF2569-8443-4743-B223-EB10A93D85C6}" srcOrd="14" destOrd="0" presId="urn:microsoft.com/office/officeart/2005/8/layout/target1"/>
    <dgm:cxn modelId="{C9235206-7D5E-4044-8548-51CA8DFAFA4F}" type="presParOf" srcId="{42C79F97-D233-4FD9-AF4D-8751E2F14E40}" destId="{863E3E92-8160-46A9-A2D0-3241CD09282A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venn3" loCatId="relationship" qsTypeId="urn:microsoft.com/office/officeart/2005/8/quickstyle/simple1" qsCatId="simple" csTypeId="urn:microsoft.com/office/officeart/2005/8/colors/accent5_2" csCatId="accent5" phldr="1"/>
      <dgm:spPr/>
    </dgm:pt>
    <dgm:pt modelId="{E3C99051-B908-40BA-8F13-1CBF618D6C04}">
      <dgm:prSet phldrT="[Text]" custT="1"/>
      <dgm:spPr/>
      <dgm:t>
        <a:bodyPr lIns="180000" rIns="0" anchor="ctr" anchorCtr="0"/>
        <a:lstStyle/>
        <a:p>
          <a:r>
            <a:rPr lang="de-DE" sz="1600" b="1" dirty="0" smtClean="0"/>
            <a:t>Stückkosten reduzieren</a:t>
          </a:r>
          <a:endParaRPr lang="de-DE" sz="1600" b="1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4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400"/>
        </a:p>
      </dgm:t>
    </dgm:pt>
    <dgm:pt modelId="{D84089FE-72D4-4EA9-BF92-E516CF44997D}">
      <dgm:prSet phldrT="[Text]" custT="1"/>
      <dgm:spPr/>
      <dgm:t>
        <a:bodyPr lIns="180000" rIns="0" anchor="ctr" anchorCtr="0"/>
        <a:lstStyle/>
        <a:p>
          <a:r>
            <a:rPr lang="de-DE" sz="1600" b="1" dirty="0" smtClean="0"/>
            <a:t>Ausfallzeiten senken</a:t>
          </a:r>
          <a:endParaRPr lang="de-DE" sz="1600" b="1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4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400"/>
        </a:p>
      </dgm:t>
    </dgm:pt>
    <dgm:pt modelId="{A7DD5A52-0FD8-4C4E-8180-647CFBDB580E}">
      <dgm:prSet phldrT="[Text]" custT="1"/>
      <dgm:spPr/>
      <dgm:t>
        <a:bodyPr lIns="180000" rIns="0" anchor="ctr" anchorCtr="0"/>
        <a:lstStyle/>
        <a:p>
          <a:r>
            <a:rPr lang="de-DE" sz="1600" b="1" dirty="0" smtClean="0"/>
            <a:t>Qualität verbessern</a:t>
          </a:r>
          <a:endParaRPr lang="de-DE" sz="1600" b="1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4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400"/>
        </a:p>
      </dgm:t>
    </dgm:pt>
    <dgm:pt modelId="{2E6B41D1-4B9C-4054-AB41-C6262C107A0A}">
      <dgm:prSet phldrT="[Text]" custT="1"/>
      <dgm:spPr/>
      <dgm:t>
        <a:bodyPr lIns="180000" rIns="0" anchor="ctr" anchorCtr="0"/>
        <a:lstStyle/>
        <a:p>
          <a:r>
            <a:rPr lang="de-DE" sz="1600" b="1" noProof="1" smtClean="0"/>
            <a:t>Kundenzufrieden-heit erhöhen</a:t>
          </a:r>
          <a:endParaRPr lang="de-DE" sz="1600" b="1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4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400"/>
        </a:p>
      </dgm:t>
    </dgm:pt>
    <dgm:pt modelId="{F5092A8A-929C-4A75-A13E-820F3E32E944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749BD484-CB9A-4B56-9EDD-80352B1EC745}" type="parTrans" cxnId="{995A2458-24D4-4F86-8BA9-C1D663DC252E}">
      <dgm:prSet/>
      <dgm:spPr/>
      <dgm:t>
        <a:bodyPr/>
        <a:lstStyle/>
        <a:p>
          <a:endParaRPr lang="de-DE" sz="1400"/>
        </a:p>
      </dgm:t>
    </dgm:pt>
    <dgm:pt modelId="{9BF1AF8D-4444-4D4B-B525-B8174E96B50E}" type="sibTrans" cxnId="{995A2458-24D4-4F86-8BA9-C1D663DC252E}">
      <dgm:prSet/>
      <dgm:spPr/>
      <dgm:t>
        <a:bodyPr/>
        <a:lstStyle/>
        <a:p>
          <a:endParaRPr lang="de-DE" sz="1400"/>
        </a:p>
      </dgm:t>
    </dgm:pt>
    <dgm:pt modelId="{5579AF76-A9BA-43D6-B7D3-6AD30F850EBC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CCA9AF80-B05B-474F-86BA-2315E74406C0}" type="parTrans" cxnId="{F41E5C47-C507-4702-8873-146311F3AA72}">
      <dgm:prSet/>
      <dgm:spPr/>
      <dgm:t>
        <a:bodyPr/>
        <a:lstStyle/>
        <a:p>
          <a:endParaRPr lang="de-DE" sz="1400"/>
        </a:p>
      </dgm:t>
    </dgm:pt>
    <dgm:pt modelId="{8499710F-7FF5-47F0-8489-20A1A64EEE31}" type="sibTrans" cxnId="{F41E5C47-C507-4702-8873-146311F3AA72}">
      <dgm:prSet/>
      <dgm:spPr/>
      <dgm:t>
        <a:bodyPr/>
        <a:lstStyle/>
        <a:p>
          <a:endParaRPr lang="de-DE" sz="1400"/>
        </a:p>
      </dgm:t>
    </dgm:pt>
    <dgm:pt modelId="{DE117448-15A4-4410-9E73-B73D0EBC5683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89844686-7A08-42A5-81C3-B956BAEA1328}" type="parTrans" cxnId="{445E98A0-3070-4D10-B054-122197DB9857}">
      <dgm:prSet/>
      <dgm:spPr/>
      <dgm:t>
        <a:bodyPr/>
        <a:lstStyle/>
        <a:p>
          <a:endParaRPr lang="de-DE" sz="1400"/>
        </a:p>
      </dgm:t>
    </dgm:pt>
    <dgm:pt modelId="{EEBE54F2-3BBA-4F03-B105-E3D5C6044D7C}" type="sibTrans" cxnId="{445E98A0-3070-4D10-B054-122197DB9857}">
      <dgm:prSet/>
      <dgm:spPr/>
      <dgm:t>
        <a:bodyPr/>
        <a:lstStyle/>
        <a:p>
          <a:endParaRPr lang="de-DE" sz="1400"/>
        </a:p>
      </dgm:t>
    </dgm:pt>
    <dgm:pt modelId="{1E333C18-614B-4AF2-9379-072BAB2B0C9F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581E98E0-C934-4CBF-9BDB-AF4AA522B764}" type="parTrans" cxnId="{0859ECBF-A81A-4187-B4B5-E89CF971BA23}">
      <dgm:prSet/>
      <dgm:spPr/>
      <dgm:t>
        <a:bodyPr/>
        <a:lstStyle/>
        <a:p>
          <a:endParaRPr lang="de-DE" sz="1400"/>
        </a:p>
      </dgm:t>
    </dgm:pt>
    <dgm:pt modelId="{4A87BE4F-1AE6-41FE-BA7C-2F3FCC8C016B}" type="sibTrans" cxnId="{0859ECBF-A81A-4187-B4B5-E89CF971BA23}">
      <dgm:prSet/>
      <dgm:spPr/>
      <dgm:t>
        <a:bodyPr/>
        <a:lstStyle/>
        <a:p>
          <a:endParaRPr lang="de-DE" sz="1400"/>
        </a:p>
      </dgm:t>
    </dgm:pt>
    <dgm:pt modelId="{66F2D042-06B9-467A-967A-988A535D267C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01E2028A-2C18-449C-AEB6-156A1CAD2FA7}" type="parTrans" cxnId="{8C65FAD6-D000-4397-8386-E340537776C2}">
      <dgm:prSet/>
      <dgm:spPr/>
      <dgm:t>
        <a:bodyPr/>
        <a:lstStyle/>
        <a:p>
          <a:endParaRPr lang="de-DE" sz="1400"/>
        </a:p>
      </dgm:t>
    </dgm:pt>
    <dgm:pt modelId="{6C248FA2-F378-44CC-96E7-785A266D19C2}" type="sibTrans" cxnId="{8C65FAD6-D000-4397-8386-E340537776C2}">
      <dgm:prSet/>
      <dgm:spPr/>
      <dgm:t>
        <a:bodyPr/>
        <a:lstStyle/>
        <a:p>
          <a:endParaRPr lang="de-DE" sz="1400"/>
        </a:p>
      </dgm:t>
    </dgm:pt>
    <dgm:pt modelId="{C57A8CF6-5BAF-4B08-8DFE-80F250649B9B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B4B4B194-5E95-4634-BA78-70F6F86E9F2B}" type="parTrans" cxnId="{A0A8E856-86DE-4C31-945E-7262606CA9D0}">
      <dgm:prSet/>
      <dgm:spPr/>
      <dgm:t>
        <a:bodyPr/>
        <a:lstStyle/>
        <a:p>
          <a:endParaRPr lang="de-DE" sz="1400"/>
        </a:p>
      </dgm:t>
    </dgm:pt>
    <dgm:pt modelId="{15C56E74-AD0F-4EF8-8D73-2287FFBE7D30}" type="sibTrans" cxnId="{A0A8E856-86DE-4C31-945E-7262606CA9D0}">
      <dgm:prSet/>
      <dgm:spPr/>
      <dgm:t>
        <a:bodyPr/>
        <a:lstStyle/>
        <a:p>
          <a:endParaRPr lang="de-DE" sz="1400"/>
        </a:p>
      </dgm:t>
    </dgm:pt>
    <dgm:pt modelId="{DAD5229A-510F-4EFE-95B5-BD073C4D471A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noProof="1"/>
        </a:p>
      </dgm:t>
    </dgm:pt>
    <dgm:pt modelId="{B21D1822-73C6-4DC9-8B6B-40CBAFA65E25}" type="parTrans" cxnId="{19D75C01-4037-4D51-BE1F-D22DE2B91BE7}">
      <dgm:prSet/>
      <dgm:spPr/>
      <dgm:t>
        <a:bodyPr/>
        <a:lstStyle/>
        <a:p>
          <a:endParaRPr lang="de-DE" sz="1400"/>
        </a:p>
      </dgm:t>
    </dgm:pt>
    <dgm:pt modelId="{4AEA3B5D-1375-490A-B637-9A718A3E43BB}" type="sibTrans" cxnId="{19D75C01-4037-4D51-BE1F-D22DE2B91BE7}">
      <dgm:prSet/>
      <dgm:spPr/>
      <dgm:t>
        <a:bodyPr/>
        <a:lstStyle/>
        <a:p>
          <a:endParaRPr lang="de-DE" sz="1400"/>
        </a:p>
      </dgm:t>
    </dgm:pt>
    <dgm:pt modelId="{57D3D717-D6F7-4A91-9141-2624F71832B0}">
      <dgm:prSet phldrT="[Text]" custT="1"/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noProof="1"/>
        </a:p>
      </dgm:t>
    </dgm:pt>
    <dgm:pt modelId="{84E65E59-BE6A-4A33-8F16-8EB1570406CE}" type="parTrans" cxnId="{F4FE8D10-FCD8-42DB-B1A7-FE3485106D68}">
      <dgm:prSet/>
      <dgm:spPr/>
      <dgm:t>
        <a:bodyPr/>
        <a:lstStyle/>
        <a:p>
          <a:endParaRPr lang="de-DE" sz="1400"/>
        </a:p>
      </dgm:t>
    </dgm:pt>
    <dgm:pt modelId="{3D1967F8-35F0-403F-960E-726AA9E2AF6B}" type="sibTrans" cxnId="{F4FE8D10-FCD8-42DB-B1A7-FE3485106D68}">
      <dgm:prSet/>
      <dgm:spPr/>
      <dgm:t>
        <a:bodyPr/>
        <a:lstStyle/>
        <a:p>
          <a:endParaRPr lang="de-DE" sz="1400"/>
        </a:p>
      </dgm:t>
    </dgm:pt>
    <dgm:pt modelId="{D6CFE031-1A15-4E18-B0C7-ACA9FC198C57}" type="pres">
      <dgm:prSet presAssocID="{9E96FF71-DB9B-43DE-BE7F-19ADA51ADA90}" presName="Name0" presStyleCnt="0">
        <dgm:presLayoutVars>
          <dgm:dir/>
          <dgm:resizeHandles val="exact"/>
        </dgm:presLayoutVars>
      </dgm:prSet>
      <dgm:spPr/>
    </dgm:pt>
    <dgm:pt modelId="{D22EA355-4832-4A68-9D76-66409F0989E9}" type="pres">
      <dgm:prSet presAssocID="{E3C99051-B908-40BA-8F13-1CBF618D6C04}" presName="Name5" presStyleLbl="vennNode1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6865D50-C29C-4C74-960D-C4B2C8B1E021}" type="pres">
      <dgm:prSet presAssocID="{542A3569-5FCA-40F6-86EE-720A521F8A7E}" presName="space" presStyleCnt="0"/>
      <dgm:spPr/>
    </dgm:pt>
    <dgm:pt modelId="{F3AE8858-9394-480B-8E70-2EC3D6EE4B46}" type="pres">
      <dgm:prSet presAssocID="{D84089FE-72D4-4EA9-BF92-E516CF44997D}" presName="Name5" presStyleLbl="vennNode1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532D640-A1EF-47AF-81AE-C5AA6B084887}" type="pres">
      <dgm:prSet presAssocID="{CD469AE3-4FF2-4A5C-8647-CB9F21453250}" presName="space" presStyleCnt="0"/>
      <dgm:spPr/>
    </dgm:pt>
    <dgm:pt modelId="{0C58A03B-A5B7-4629-9857-2C3CBB9F3891}" type="pres">
      <dgm:prSet presAssocID="{A7DD5A52-0FD8-4C4E-8180-647CFBDB580E}" presName="Name5" presStyleLbl="vennNode1" presStyleIdx="2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029E907-13CC-4B86-99EA-DAE12D201E9C}" type="pres">
      <dgm:prSet presAssocID="{60829666-1436-4617-9A81-D4B410256326}" presName="space" presStyleCnt="0"/>
      <dgm:spPr/>
    </dgm:pt>
    <dgm:pt modelId="{7FE92B3F-E434-4D3E-8FF8-393C4C88B2E2}" type="pres">
      <dgm:prSet presAssocID="{2E6B41D1-4B9C-4054-AB41-C6262C107A0A}" presName="Name5" presStyleLbl="vennNode1" presStyleIdx="3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F4FE8D10-FCD8-42DB-B1A7-FE3485106D68}" srcId="{2E6B41D1-4B9C-4054-AB41-C6262C107A0A}" destId="{57D3D717-D6F7-4A91-9141-2624F71832B0}" srcOrd="1" destOrd="0" parTransId="{84E65E59-BE6A-4A33-8F16-8EB1570406CE}" sibTransId="{3D1967F8-35F0-403F-960E-726AA9E2AF6B}"/>
    <dgm:cxn modelId="{78B653E4-0D17-45D8-9E25-70B8224DB6C7}" type="presOf" srcId="{DE117448-15A4-4410-9E73-B73D0EBC5683}" destId="{F3AE8858-9394-480B-8E70-2EC3D6EE4B46}" srcOrd="0" destOrd="1" presId="urn:microsoft.com/office/officeart/2005/8/layout/venn3"/>
    <dgm:cxn modelId="{A0A8E856-86DE-4C31-945E-7262606CA9D0}" srcId="{A7DD5A52-0FD8-4C4E-8180-647CFBDB580E}" destId="{C57A8CF6-5BAF-4B08-8DFE-80F250649B9B}" srcOrd="1" destOrd="0" parTransId="{B4B4B194-5E95-4634-BA78-70F6F86E9F2B}" sibTransId="{15C56E74-AD0F-4EF8-8D73-2287FFBE7D30}"/>
    <dgm:cxn modelId="{19D75C01-4037-4D51-BE1F-D22DE2B91BE7}" srcId="{2E6B41D1-4B9C-4054-AB41-C6262C107A0A}" destId="{DAD5229A-510F-4EFE-95B5-BD073C4D471A}" srcOrd="0" destOrd="0" parTransId="{B21D1822-73C6-4DC9-8B6B-40CBAFA65E25}" sibTransId="{4AEA3B5D-1375-490A-B637-9A718A3E43BB}"/>
    <dgm:cxn modelId="{C5CDC2CA-6B85-4AFC-BBE2-0B6D26E2C4B9}" type="presOf" srcId="{5579AF76-A9BA-43D6-B7D3-6AD30F850EBC}" destId="{D22EA355-4832-4A68-9D76-66409F0989E9}" srcOrd="0" destOrd="2" presId="urn:microsoft.com/office/officeart/2005/8/layout/venn3"/>
    <dgm:cxn modelId="{DDF3E007-E5F0-4D13-9292-2FDD021DF075}" type="presOf" srcId="{66F2D042-06B9-467A-967A-988A535D267C}" destId="{0C58A03B-A5B7-4629-9857-2C3CBB9F3891}" srcOrd="0" destOrd="1" presId="urn:microsoft.com/office/officeart/2005/8/layout/venn3"/>
    <dgm:cxn modelId="{0859ECBF-A81A-4187-B4B5-E89CF971BA23}" srcId="{D84089FE-72D4-4EA9-BF92-E516CF44997D}" destId="{1E333C18-614B-4AF2-9379-072BAB2B0C9F}" srcOrd="1" destOrd="0" parTransId="{581E98E0-C934-4CBF-9BDB-AF4AA522B764}" sibTransId="{4A87BE4F-1AE6-41FE-BA7C-2F3FCC8C016B}"/>
    <dgm:cxn modelId="{995A2458-24D4-4F86-8BA9-C1D663DC252E}" srcId="{E3C99051-B908-40BA-8F13-1CBF618D6C04}" destId="{F5092A8A-929C-4A75-A13E-820F3E32E944}" srcOrd="0" destOrd="0" parTransId="{749BD484-CB9A-4B56-9EDD-80352B1EC745}" sibTransId="{9BF1AF8D-4444-4D4B-B525-B8174E96B50E}"/>
    <dgm:cxn modelId="{A0438BE9-D5D2-43E6-B8F9-6FB9BE2093C4}" type="presOf" srcId="{57D3D717-D6F7-4A91-9141-2624F71832B0}" destId="{7FE92B3F-E434-4D3E-8FF8-393C4C88B2E2}" srcOrd="0" destOrd="2" presId="urn:microsoft.com/office/officeart/2005/8/layout/venn3"/>
    <dgm:cxn modelId="{06BA1FF5-1059-408E-9C44-A1BCC29DE318}" type="presOf" srcId="{D84089FE-72D4-4EA9-BF92-E516CF44997D}" destId="{F3AE8858-9394-480B-8E70-2EC3D6EE4B46}" srcOrd="0" destOrd="0" presId="urn:microsoft.com/office/officeart/2005/8/layout/venn3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A1C7F1BB-3F8B-4355-A672-21E1E768C641}" type="presOf" srcId="{F5092A8A-929C-4A75-A13E-820F3E32E944}" destId="{D22EA355-4832-4A68-9D76-66409F0989E9}" srcOrd="0" destOrd="1" presId="urn:microsoft.com/office/officeart/2005/8/layout/venn3"/>
    <dgm:cxn modelId="{8C65FAD6-D000-4397-8386-E340537776C2}" srcId="{A7DD5A52-0FD8-4C4E-8180-647CFBDB580E}" destId="{66F2D042-06B9-467A-967A-988A535D267C}" srcOrd="0" destOrd="0" parTransId="{01E2028A-2C18-449C-AEB6-156A1CAD2FA7}" sibTransId="{6C248FA2-F378-44CC-96E7-785A266D19C2}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445E98A0-3070-4D10-B054-122197DB9857}" srcId="{D84089FE-72D4-4EA9-BF92-E516CF44997D}" destId="{DE117448-15A4-4410-9E73-B73D0EBC5683}" srcOrd="0" destOrd="0" parTransId="{89844686-7A08-42A5-81C3-B956BAEA1328}" sibTransId="{EEBE54F2-3BBA-4F03-B105-E3D5C6044D7C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F41E5C47-C507-4702-8873-146311F3AA72}" srcId="{E3C99051-B908-40BA-8F13-1CBF618D6C04}" destId="{5579AF76-A9BA-43D6-B7D3-6AD30F850EBC}" srcOrd="1" destOrd="0" parTransId="{CCA9AF80-B05B-474F-86BA-2315E74406C0}" sibTransId="{8499710F-7FF5-47F0-8489-20A1A64EEE31}"/>
    <dgm:cxn modelId="{B56B33FC-E92E-4C40-B6D0-F460E843F3FB}" type="presOf" srcId="{DAD5229A-510F-4EFE-95B5-BD073C4D471A}" destId="{7FE92B3F-E434-4D3E-8FF8-393C4C88B2E2}" srcOrd="0" destOrd="1" presId="urn:microsoft.com/office/officeart/2005/8/layout/venn3"/>
    <dgm:cxn modelId="{3DDC0A32-DA72-4BAE-B992-BD13A2FE2F4B}" type="presOf" srcId="{E3C99051-B908-40BA-8F13-1CBF618D6C04}" destId="{D22EA355-4832-4A68-9D76-66409F0989E9}" srcOrd="0" destOrd="0" presId="urn:microsoft.com/office/officeart/2005/8/layout/venn3"/>
    <dgm:cxn modelId="{6EAC55B6-D3CD-472A-A639-A43A1B94FD88}" type="presOf" srcId="{2E6B41D1-4B9C-4054-AB41-C6262C107A0A}" destId="{7FE92B3F-E434-4D3E-8FF8-393C4C88B2E2}" srcOrd="0" destOrd="0" presId="urn:microsoft.com/office/officeart/2005/8/layout/venn3"/>
    <dgm:cxn modelId="{BB27DC8B-7B10-4C7F-BE36-5DDD6162C9C0}" type="presOf" srcId="{A7DD5A52-0FD8-4C4E-8180-647CFBDB580E}" destId="{0C58A03B-A5B7-4629-9857-2C3CBB9F3891}" srcOrd="0" destOrd="0" presId="urn:microsoft.com/office/officeart/2005/8/layout/venn3"/>
    <dgm:cxn modelId="{AB431797-40EF-4434-B628-9A1D85142FF6}" type="presOf" srcId="{1E333C18-614B-4AF2-9379-072BAB2B0C9F}" destId="{F3AE8858-9394-480B-8E70-2EC3D6EE4B46}" srcOrd="0" destOrd="2" presId="urn:microsoft.com/office/officeart/2005/8/layout/venn3"/>
    <dgm:cxn modelId="{233DCFE5-527A-403D-8453-51CA42D1FCE0}" type="presOf" srcId="{C57A8CF6-5BAF-4B08-8DFE-80F250649B9B}" destId="{0C58A03B-A5B7-4629-9857-2C3CBB9F3891}" srcOrd="0" destOrd="2" presId="urn:microsoft.com/office/officeart/2005/8/layout/venn3"/>
    <dgm:cxn modelId="{2F7CE853-82A5-4448-8C56-593CDAA6C229}" type="presOf" srcId="{9E96FF71-DB9B-43DE-BE7F-19ADA51ADA90}" destId="{D6CFE031-1A15-4E18-B0C7-ACA9FC198C57}" srcOrd="0" destOrd="0" presId="urn:microsoft.com/office/officeart/2005/8/layout/venn3"/>
    <dgm:cxn modelId="{57ECF25B-E439-4D9C-9047-09CB522C84E4}" type="presParOf" srcId="{D6CFE031-1A15-4E18-B0C7-ACA9FC198C57}" destId="{D22EA355-4832-4A68-9D76-66409F0989E9}" srcOrd="0" destOrd="0" presId="urn:microsoft.com/office/officeart/2005/8/layout/venn3"/>
    <dgm:cxn modelId="{1EE45248-78DF-4909-8894-170C9D684E14}" type="presParOf" srcId="{D6CFE031-1A15-4E18-B0C7-ACA9FC198C57}" destId="{06865D50-C29C-4C74-960D-C4B2C8B1E021}" srcOrd="1" destOrd="0" presId="urn:microsoft.com/office/officeart/2005/8/layout/venn3"/>
    <dgm:cxn modelId="{2619CB78-44B4-416E-8B7A-221EDF468AFB}" type="presParOf" srcId="{D6CFE031-1A15-4E18-B0C7-ACA9FC198C57}" destId="{F3AE8858-9394-480B-8E70-2EC3D6EE4B46}" srcOrd="2" destOrd="0" presId="urn:microsoft.com/office/officeart/2005/8/layout/venn3"/>
    <dgm:cxn modelId="{7E63C0C8-F3F4-4384-83BF-2406F7CA06DF}" type="presParOf" srcId="{D6CFE031-1A15-4E18-B0C7-ACA9FC198C57}" destId="{5532D640-A1EF-47AF-81AE-C5AA6B084887}" srcOrd="3" destOrd="0" presId="urn:microsoft.com/office/officeart/2005/8/layout/venn3"/>
    <dgm:cxn modelId="{AD5F9332-6B24-4B21-98B9-A56E5F6A9184}" type="presParOf" srcId="{D6CFE031-1A15-4E18-B0C7-ACA9FC198C57}" destId="{0C58A03B-A5B7-4629-9857-2C3CBB9F3891}" srcOrd="4" destOrd="0" presId="urn:microsoft.com/office/officeart/2005/8/layout/venn3"/>
    <dgm:cxn modelId="{DC804384-0D65-4E17-A1F2-6F6A5CEFD2B7}" type="presParOf" srcId="{D6CFE031-1A15-4E18-B0C7-ACA9FC198C57}" destId="{9029E907-13CC-4B86-99EA-DAE12D201E9C}" srcOrd="5" destOrd="0" presId="urn:microsoft.com/office/officeart/2005/8/layout/venn3"/>
    <dgm:cxn modelId="{F9D3D89B-0F2E-4370-817C-D5710B31199C}" type="presParOf" srcId="{D6CFE031-1A15-4E18-B0C7-ACA9FC198C57}" destId="{7FE92B3F-E434-4D3E-8FF8-393C4C88B2E2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5_2" csCatId="accent5" phldr="1"/>
      <dgm:spPr/>
    </dgm:pt>
    <dgm:pt modelId="{E3C99051-B908-40BA-8F13-1CBF618D6C04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Stückkosten </a:t>
          </a:r>
          <a:br>
            <a:rPr lang="de-DE" sz="1600" b="1" dirty="0" smtClean="0"/>
          </a:br>
          <a:r>
            <a:rPr lang="de-DE" sz="1600" b="1" dirty="0" smtClean="0"/>
            <a:t>reduzieren</a:t>
          </a:r>
          <a:endParaRPr lang="de-DE" sz="1600" b="1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4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400"/>
        </a:p>
      </dgm:t>
    </dgm:pt>
    <dgm:pt modelId="{D84089FE-72D4-4EA9-BF92-E516CF44997D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Ausfallzeiten </a:t>
          </a:r>
          <a:br>
            <a:rPr lang="de-DE" sz="1600" b="1" dirty="0" smtClean="0"/>
          </a:br>
          <a:r>
            <a:rPr lang="de-DE" sz="1600" b="1" dirty="0" smtClean="0"/>
            <a:t>senken</a:t>
          </a:r>
          <a:endParaRPr lang="de-DE" sz="1600" b="1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4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400"/>
        </a:p>
      </dgm:t>
    </dgm:pt>
    <dgm:pt modelId="{A7DD5A52-0FD8-4C4E-8180-647CFBDB580E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Qualität </a:t>
          </a:r>
          <a:br>
            <a:rPr lang="de-DE" sz="1600" b="1" dirty="0" smtClean="0"/>
          </a:br>
          <a:r>
            <a:rPr lang="de-DE" sz="1600" b="1" dirty="0" smtClean="0"/>
            <a:t>verbessern</a:t>
          </a:r>
          <a:endParaRPr lang="de-DE" sz="1600" b="1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4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400"/>
        </a:p>
      </dgm:t>
    </dgm:pt>
    <dgm:pt modelId="{2E6B41D1-4B9C-4054-AB41-C6262C107A0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noProof="1" smtClean="0"/>
            <a:t>Kundenzufrieden-heit erhöhen</a:t>
          </a:r>
          <a:endParaRPr lang="de-DE" sz="1600" b="1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4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400"/>
        </a:p>
      </dgm:t>
    </dgm:pt>
    <dgm:pt modelId="{F5092A8A-929C-4A75-A13E-820F3E32E944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749BD484-CB9A-4B56-9EDD-80352B1EC745}" type="parTrans" cxnId="{995A2458-24D4-4F86-8BA9-C1D663DC252E}">
      <dgm:prSet/>
      <dgm:spPr/>
      <dgm:t>
        <a:bodyPr/>
        <a:lstStyle/>
        <a:p>
          <a:endParaRPr lang="de-DE" sz="1400"/>
        </a:p>
      </dgm:t>
    </dgm:pt>
    <dgm:pt modelId="{9BF1AF8D-4444-4D4B-B525-B8174E96B50E}" type="sibTrans" cxnId="{995A2458-24D4-4F86-8BA9-C1D663DC252E}">
      <dgm:prSet/>
      <dgm:spPr/>
      <dgm:t>
        <a:bodyPr/>
        <a:lstStyle/>
        <a:p>
          <a:endParaRPr lang="de-DE" sz="1400"/>
        </a:p>
      </dgm:t>
    </dgm:pt>
    <dgm:pt modelId="{5579AF76-A9BA-43D6-B7D3-6AD30F850EBC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CCA9AF80-B05B-474F-86BA-2315E74406C0}" type="parTrans" cxnId="{F41E5C47-C507-4702-8873-146311F3AA72}">
      <dgm:prSet/>
      <dgm:spPr/>
      <dgm:t>
        <a:bodyPr/>
        <a:lstStyle/>
        <a:p>
          <a:endParaRPr lang="de-DE" sz="1400"/>
        </a:p>
      </dgm:t>
    </dgm:pt>
    <dgm:pt modelId="{8499710F-7FF5-47F0-8489-20A1A64EEE31}" type="sibTrans" cxnId="{F41E5C47-C507-4702-8873-146311F3AA72}">
      <dgm:prSet/>
      <dgm:spPr/>
      <dgm:t>
        <a:bodyPr/>
        <a:lstStyle/>
        <a:p>
          <a:endParaRPr lang="de-DE" sz="1400"/>
        </a:p>
      </dgm:t>
    </dgm:pt>
    <dgm:pt modelId="{DE117448-15A4-4410-9E73-B73D0EBC5683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89844686-7A08-42A5-81C3-B956BAEA1328}" type="parTrans" cxnId="{445E98A0-3070-4D10-B054-122197DB9857}">
      <dgm:prSet/>
      <dgm:spPr/>
      <dgm:t>
        <a:bodyPr/>
        <a:lstStyle/>
        <a:p>
          <a:endParaRPr lang="de-DE" sz="1400"/>
        </a:p>
      </dgm:t>
    </dgm:pt>
    <dgm:pt modelId="{EEBE54F2-3BBA-4F03-B105-E3D5C6044D7C}" type="sibTrans" cxnId="{445E98A0-3070-4D10-B054-122197DB9857}">
      <dgm:prSet/>
      <dgm:spPr/>
      <dgm:t>
        <a:bodyPr/>
        <a:lstStyle/>
        <a:p>
          <a:endParaRPr lang="de-DE" sz="1400"/>
        </a:p>
      </dgm:t>
    </dgm:pt>
    <dgm:pt modelId="{1E333C18-614B-4AF2-9379-072BAB2B0C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581E98E0-C934-4CBF-9BDB-AF4AA522B764}" type="parTrans" cxnId="{0859ECBF-A81A-4187-B4B5-E89CF971BA23}">
      <dgm:prSet/>
      <dgm:spPr/>
      <dgm:t>
        <a:bodyPr/>
        <a:lstStyle/>
        <a:p>
          <a:endParaRPr lang="de-DE" sz="1400"/>
        </a:p>
      </dgm:t>
    </dgm:pt>
    <dgm:pt modelId="{4A87BE4F-1AE6-41FE-BA7C-2F3FCC8C016B}" type="sibTrans" cxnId="{0859ECBF-A81A-4187-B4B5-E89CF971BA23}">
      <dgm:prSet/>
      <dgm:spPr/>
      <dgm:t>
        <a:bodyPr/>
        <a:lstStyle/>
        <a:p>
          <a:endParaRPr lang="de-DE" sz="1400"/>
        </a:p>
      </dgm:t>
    </dgm:pt>
    <dgm:pt modelId="{66F2D042-06B9-467A-967A-988A535D267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01E2028A-2C18-449C-AEB6-156A1CAD2FA7}" type="parTrans" cxnId="{8C65FAD6-D000-4397-8386-E340537776C2}">
      <dgm:prSet/>
      <dgm:spPr/>
      <dgm:t>
        <a:bodyPr/>
        <a:lstStyle/>
        <a:p>
          <a:endParaRPr lang="de-DE" sz="1400"/>
        </a:p>
      </dgm:t>
    </dgm:pt>
    <dgm:pt modelId="{6C248FA2-F378-44CC-96E7-785A266D19C2}" type="sibTrans" cxnId="{8C65FAD6-D000-4397-8386-E340537776C2}">
      <dgm:prSet/>
      <dgm:spPr/>
      <dgm:t>
        <a:bodyPr/>
        <a:lstStyle/>
        <a:p>
          <a:endParaRPr lang="de-DE" sz="1400"/>
        </a:p>
      </dgm:t>
    </dgm:pt>
    <dgm:pt modelId="{C57A8CF6-5BAF-4B08-8DFE-80F250649B9B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B4B4B194-5E95-4634-BA78-70F6F86E9F2B}" type="parTrans" cxnId="{A0A8E856-86DE-4C31-945E-7262606CA9D0}">
      <dgm:prSet/>
      <dgm:spPr/>
      <dgm:t>
        <a:bodyPr/>
        <a:lstStyle/>
        <a:p>
          <a:endParaRPr lang="de-DE" sz="1400"/>
        </a:p>
      </dgm:t>
    </dgm:pt>
    <dgm:pt modelId="{15C56E74-AD0F-4EF8-8D73-2287FFBE7D30}" type="sibTrans" cxnId="{A0A8E856-86DE-4C31-945E-7262606CA9D0}">
      <dgm:prSet/>
      <dgm:spPr/>
      <dgm:t>
        <a:bodyPr/>
        <a:lstStyle/>
        <a:p>
          <a:endParaRPr lang="de-DE" sz="1400"/>
        </a:p>
      </dgm:t>
    </dgm:pt>
    <dgm:pt modelId="{DAD5229A-510F-4EFE-95B5-BD073C4D471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noProof="1"/>
        </a:p>
      </dgm:t>
    </dgm:pt>
    <dgm:pt modelId="{B21D1822-73C6-4DC9-8B6B-40CBAFA65E25}" type="parTrans" cxnId="{19D75C01-4037-4D51-BE1F-D22DE2B91BE7}">
      <dgm:prSet/>
      <dgm:spPr/>
      <dgm:t>
        <a:bodyPr/>
        <a:lstStyle/>
        <a:p>
          <a:endParaRPr lang="de-DE" sz="1400"/>
        </a:p>
      </dgm:t>
    </dgm:pt>
    <dgm:pt modelId="{4AEA3B5D-1375-490A-B637-9A718A3E43BB}" type="sibTrans" cxnId="{19D75C01-4037-4D51-BE1F-D22DE2B91BE7}">
      <dgm:prSet/>
      <dgm:spPr/>
      <dgm:t>
        <a:bodyPr/>
        <a:lstStyle/>
        <a:p>
          <a:endParaRPr lang="de-DE" sz="1400"/>
        </a:p>
      </dgm:t>
    </dgm:pt>
    <dgm:pt modelId="{57D3D717-D6F7-4A91-9141-2624F71832B0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noProof="1"/>
        </a:p>
      </dgm:t>
    </dgm:pt>
    <dgm:pt modelId="{84E65E59-BE6A-4A33-8F16-8EB1570406CE}" type="parTrans" cxnId="{F4FE8D10-FCD8-42DB-B1A7-FE3485106D68}">
      <dgm:prSet/>
      <dgm:spPr/>
      <dgm:t>
        <a:bodyPr/>
        <a:lstStyle/>
        <a:p>
          <a:endParaRPr lang="de-DE" sz="1400"/>
        </a:p>
      </dgm:t>
    </dgm:pt>
    <dgm:pt modelId="{3D1967F8-35F0-403F-960E-726AA9E2AF6B}" type="sibTrans" cxnId="{F4FE8D10-FCD8-42DB-B1A7-FE3485106D68}">
      <dgm:prSet/>
      <dgm:spPr/>
      <dgm:t>
        <a:bodyPr/>
        <a:lstStyle/>
        <a:p>
          <a:endParaRPr lang="de-DE" sz="1400"/>
        </a:p>
      </dgm:t>
    </dgm:pt>
    <dgm:pt modelId="{6F619E1C-C117-4883-BD04-0A2DC24CBE16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600" b="1" noProof="1" smtClean="0"/>
            <a:t>Qualifizierungsniveau</a:t>
          </a:r>
          <a:br>
            <a:rPr lang="de-DE" sz="1600" b="1" noProof="1" smtClean="0"/>
          </a:br>
          <a:r>
            <a:rPr lang="de-DE" sz="1600" b="1" noProof="1" smtClean="0"/>
            <a:t>anheben</a:t>
          </a:r>
          <a:endParaRPr lang="de-DE" sz="1600" b="1" noProof="1"/>
        </a:p>
      </dgm:t>
    </dgm:pt>
    <dgm:pt modelId="{50A89971-E276-4A2C-98B7-50B8843EBEB6}" type="parTrans" cxnId="{17C1C9A4-B521-40F0-8AF1-969CEF2E3F1F}">
      <dgm:prSet/>
      <dgm:spPr/>
      <dgm:t>
        <a:bodyPr/>
        <a:lstStyle/>
        <a:p>
          <a:endParaRPr lang="de-DE"/>
        </a:p>
      </dgm:t>
    </dgm:pt>
    <dgm:pt modelId="{4B7E4E06-694E-464A-90C4-F3F2A7AB10F7}" type="sibTrans" cxnId="{17C1C9A4-B521-40F0-8AF1-969CEF2E3F1F}">
      <dgm:prSet/>
      <dgm:spPr/>
      <dgm:t>
        <a:bodyPr/>
        <a:lstStyle/>
        <a:p>
          <a:endParaRPr lang="de-DE"/>
        </a:p>
      </dgm:t>
    </dgm:pt>
    <dgm:pt modelId="{FDCADAC4-A871-4C34-ACBE-718613F885E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1</a:t>
          </a:r>
          <a:endParaRPr lang="de-DE" sz="1400" noProof="1"/>
        </a:p>
      </dgm:t>
    </dgm:pt>
    <dgm:pt modelId="{B21A3A1F-A220-442C-B8EF-31F6BB55C9EA}" type="parTrans" cxnId="{592B3697-0844-406D-B816-DD0E9BBF9CE8}">
      <dgm:prSet/>
      <dgm:spPr/>
      <dgm:t>
        <a:bodyPr/>
        <a:lstStyle/>
        <a:p>
          <a:endParaRPr lang="de-DE"/>
        </a:p>
      </dgm:t>
    </dgm:pt>
    <dgm:pt modelId="{27047E48-60EC-4C4C-87B2-5A4EAB622AB8}" type="sibTrans" cxnId="{592B3697-0844-406D-B816-DD0E9BBF9CE8}">
      <dgm:prSet/>
      <dgm:spPr/>
      <dgm:t>
        <a:bodyPr/>
        <a:lstStyle/>
        <a:p>
          <a:endParaRPr lang="de-DE"/>
        </a:p>
      </dgm:t>
    </dgm:pt>
    <dgm:pt modelId="{BC47EEF6-DA10-472D-A015-F211B01BB6D8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2</a:t>
          </a:r>
          <a:endParaRPr lang="de-DE" sz="1400" noProof="1"/>
        </a:p>
      </dgm:t>
    </dgm:pt>
    <dgm:pt modelId="{22FE6114-A2FC-4ECE-8483-416DD370710D}" type="parTrans" cxnId="{4504E5D7-2A83-4294-8B4E-37722D1E0FC4}">
      <dgm:prSet/>
      <dgm:spPr/>
      <dgm:t>
        <a:bodyPr/>
        <a:lstStyle/>
        <a:p>
          <a:endParaRPr lang="de-DE"/>
        </a:p>
      </dgm:t>
    </dgm:pt>
    <dgm:pt modelId="{A1FE5879-34FC-4C59-B531-C332C96E7A54}" type="sibTrans" cxnId="{4504E5D7-2A83-4294-8B4E-37722D1E0FC4}">
      <dgm:prSet/>
      <dgm:spPr/>
      <dgm:t>
        <a:bodyPr/>
        <a:lstStyle/>
        <a:p>
          <a:endParaRPr lang="de-DE"/>
        </a:p>
      </dgm:t>
    </dgm:pt>
    <dgm:pt modelId="{7A1F4EAB-F736-4935-8A46-9784FDCF9F3E}" type="pres">
      <dgm:prSet presAssocID="{9E96FF71-DB9B-43DE-BE7F-19ADA51ADA90}" presName="Name0" presStyleCnt="0">
        <dgm:presLayoutVars>
          <dgm:chMax val="7"/>
          <dgm:dir/>
          <dgm:resizeHandles val="exact"/>
        </dgm:presLayoutVars>
      </dgm:prSet>
      <dgm:spPr/>
    </dgm:pt>
    <dgm:pt modelId="{E6427F3C-CA24-4619-A3D9-20E811EC4566}" type="pres">
      <dgm:prSet presAssocID="{9E96FF71-DB9B-43DE-BE7F-19ADA51ADA90}" presName="ellipse1" presStyleLbl="venn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858C06-CF40-4C3F-B590-8582DAFB93E6}" type="pres">
      <dgm:prSet presAssocID="{9E96FF71-DB9B-43DE-BE7F-19ADA51ADA90}" presName="ellipse2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AC2564-909E-402A-BF5E-721721F282A2}" type="pres">
      <dgm:prSet presAssocID="{9E96FF71-DB9B-43DE-BE7F-19ADA51ADA90}" presName="ellipse3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A4975F9-BE19-426E-964E-83E5DE48334F}" type="pres">
      <dgm:prSet presAssocID="{9E96FF71-DB9B-43DE-BE7F-19ADA51ADA90}" presName="ellipse4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100ED25-F1B8-4949-88F4-7A0ED8506089}" type="pres">
      <dgm:prSet presAssocID="{9E96FF71-DB9B-43DE-BE7F-19ADA51ADA90}" presName="ellipse5" presStyleLbl="vennNode1" presStyleIdx="4" presStyleCnt="5" custLinFactNeighborX="1755" custLinFactNeighborY="-161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4180AC8A-A932-499E-8D71-35CC18418AE1}" type="presOf" srcId="{A7DD5A52-0FD8-4C4E-8180-647CFBDB580E}" destId="{CCAC2564-909E-402A-BF5E-721721F282A2}" srcOrd="0" destOrd="0" presId="urn:microsoft.com/office/officeart/2005/8/layout/rings+Icon"/>
    <dgm:cxn modelId="{90A768B1-54D8-4450-811C-07D8E8BA104E}" type="presOf" srcId="{C57A8CF6-5BAF-4B08-8DFE-80F250649B9B}" destId="{CCAC2564-909E-402A-BF5E-721721F282A2}" srcOrd="0" destOrd="2" presId="urn:microsoft.com/office/officeart/2005/8/layout/rings+Icon"/>
    <dgm:cxn modelId="{F4FE8D10-FCD8-42DB-B1A7-FE3485106D68}" srcId="{2E6B41D1-4B9C-4054-AB41-C6262C107A0A}" destId="{57D3D717-D6F7-4A91-9141-2624F71832B0}" srcOrd="1" destOrd="0" parTransId="{84E65E59-BE6A-4A33-8F16-8EB1570406CE}" sibTransId="{3D1967F8-35F0-403F-960E-726AA9E2AF6B}"/>
    <dgm:cxn modelId="{A0A8E856-86DE-4C31-945E-7262606CA9D0}" srcId="{A7DD5A52-0FD8-4C4E-8180-647CFBDB580E}" destId="{C57A8CF6-5BAF-4B08-8DFE-80F250649B9B}" srcOrd="1" destOrd="0" parTransId="{B4B4B194-5E95-4634-BA78-70F6F86E9F2B}" sibTransId="{15C56E74-AD0F-4EF8-8D73-2287FFBE7D30}"/>
    <dgm:cxn modelId="{19D75C01-4037-4D51-BE1F-D22DE2B91BE7}" srcId="{2E6B41D1-4B9C-4054-AB41-C6262C107A0A}" destId="{DAD5229A-510F-4EFE-95B5-BD073C4D471A}" srcOrd="0" destOrd="0" parTransId="{B21D1822-73C6-4DC9-8B6B-40CBAFA65E25}" sibTransId="{4AEA3B5D-1375-490A-B637-9A718A3E43BB}"/>
    <dgm:cxn modelId="{17C1C9A4-B521-40F0-8AF1-969CEF2E3F1F}" srcId="{9E96FF71-DB9B-43DE-BE7F-19ADA51ADA90}" destId="{6F619E1C-C117-4883-BD04-0A2DC24CBE16}" srcOrd="4" destOrd="0" parTransId="{50A89971-E276-4A2C-98B7-50B8843EBEB6}" sibTransId="{4B7E4E06-694E-464A-90C4-F3F2A7AB10F7}"/>
    <dgm:cxn modelId="{0859ECBF-A81A-4187-B4B5-E89CF971BA23}" srcId="{D84089FE-72D4-4EA9-BF92-E516CF44997D}" destId="{1E333C18-614B-4AF2-9379-072BAB2B0C9F}" srcOrd="1" destOrd="0" parTransId="{581E98E0-C934-4CBF-9BDB-AF4AA522B764}" sibTransId="{4A87BE4F-1AE6-41FE-BA7C-2F3FCC8C016B}"/>
    <dgm:cxn modelId="{995A2458-24D4-4F86-8BA9-C1D663DC252E}" srcId="{E3C99051-B908-40BA-8F13-1CBF618D6C04}" destId="{F5092A8A-929C-4A75-A13E-820F3E32E944}" srcOrd="0" destOrd="0" parTransId="{749BD484-CB9A-4B56-9EDD-80352B1EC745}" sibTransId="{9BF1AF8D-4444-4D4B-B525-B8174E96B50E}"/>
    <dgm:cxn modelId="{1C9E9E5D-E73C-4E0D-BF59-5C134A161817}" type="presOf" srcId="{5579AF76-A9BA-43D6-B7D3-6AD30F850EBC}" destId="{E6427F3C-CA24-4619-A3D9-20E811EC4566}" srcOrd="0" destOrd="2" presId="urn:microsoft.com/office/officeart/2005/8/layout/rings+Icon"/>
    <dgm:cxn modelId="{B34F1791-1720-4A41-AC00-EA2A6EEF087E}" type="presOf" srcId="{57D3D717-D6F7-4A91-9141-2624F71832B0}" destId="{2A4975F9-BE19-426E-964E-83E5DE48334F}" srcOrd="0" destOrd="2" presId="urn:microsoft.com/office/officeart/2005/8/layout/rings+Icon"/>
    <dgm:cxn modelId="{4997557B-9733-4E5A-82D2-5AAC6560DA26}" type="presOf" srcId="{2E6B41D1-4B9C-4054-AB41-C6262C107A0A}" destId="{2A4975F9-BE19-426E-964E-83E5DE48334F}" srcOrd="0" destOrd="0" presId="urn:microsoft.com/office/officeart/2005/8/layout/rings+Icon"/>
    <dgm:cxn modelId="{592B3697-0844-406D-B816-DD0E9BBF9CE8}" srcId="{6F619E1C-C117-4883-BD04-0A2DC24CBE16}" destId="{FDCADAC4-A871-4C34-ACBE-718613F885E9}" srcOrd="0" destOrd="0" parTransId="{B21A3A1F-A220-442C-B8EF-31F6BB55C9EA}" sibTransId="{27047E48-60EC-4C4C-87B2-5A4EAB622AB8}"/>
    <dgm:cxn modelId="{16261F6A-9DE9-4390-9C66-BE085812A70C}" type="presOf" srcId="{66F2D042-06B9-467A-967A-988A535D267C}" destId="{CCAC2564-909E-402A-BF5E-721721F282A2}" srcOrd="0" destOrd="1" presId="urn:microsoft.com/office/officeart/2005/8/layout/rings+Icon"/>
    <dgm:cxn modelId="{EF613A45-7AC6-4322-A9A4-2B549A5E75E2}" type="presOf" srcId="{F5092A8A-929C-4A75-A13E-820F3E32E944}" destId="{E6427F3C-CA24-4619-A3D9-20E811EC4566}" srcOrd="0" destOrd="1" presId="urn:microsoft.com/office/officeart/2005/8/layout/rings+Icon"/>
    <dgm:cxn modelId="{8273E674-92EF-4B44-8EAF-06EA919E3C2D}" type="presOf" srcId="{DAD5229A-510F-4EFE-95B5-BD073C4D471A}" destId="{2A4975F9-BE19-426E-964E-83E5DE48334F}" srcOrd="0" destOrd="1" presId="urn:microsoft.com/office/officeart/2005/8/layout/rings+Icon"/>
    <dgm:cxn modelId="{BA46E6E5-5A5D-4B0F-8078-7C51A4E137A2}" type="presOf" srcId="{FDCADAC4-A871-4C34-ACBE-718613F885E9}" destId="{0100ED25-F1B8-4949-88F4-7A0ED8506089}" srcOrd="0" destOrd="1" presId="urn:microsoft.com/office/officeart/2005/8/layout/rings+Icon"/>
    <dgm:cxn modelId="{E5CC4DA2-64B6-44BF-8225-64962B417157}" type="presOf" srcId="{9E96FF71-DB9B-43DE-BE7F-19ADA51ADA90}" destId="{7A1F4EAB-F736-4935-8A46-9784FDCF9F3E}" srcOrd="0" destOrd="0" presId="urn:microsoft.com/office/officeart/2005/8/layout/rings+Icon"/>
    <dgm:cxn modelId="{5CE47EBB-981F-44A8-8902-7B95822D0C9A}" type="presOf" srcId="{6F619E1C-C117-4883-BD04-0A2DC24CBE16}" destId="{0100ED25-F1B8-4949-88F4-7A0ED8506089}" srcOrd="0" destOrd="0" presId="urn:microsoft.com/office/officeart/2005/8/layout/rings+Icon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8C65FAD6-D000-4397-8386-E340537776C2}" srcId="{A7DD5A52-0FD8-4C4E-8180-647CFBDB580E}" destId="{66F2D042-06B9-467A-967A-988A535D267C}" srcOrd="0" destOrd="0" parTransId="{01E2028A-2C18-449C-AEB6-156A1CAD2FA7}" sibTransId="{6C248FA2-F378-44CC-96E7-785A266D19C2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445E98A0-3070-4D10-B054-122197DB9857}" srcId="{D84089FE-72D4-4EA9-BF92-E516CF44997D}" destId="{DE117448-15A4-4410-9E73-B73D0EBC5683}" srcOrd="0" destOrd="0" parTransId="{89844686-7A08-42A5-81C3-B956BAEA1328}" sibTransId="{EEBE54F2-3BBA-4F03-B105-E3D5C6044D7C}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F41E5C47-C507-4702-8873-146311F3AA72}" srcId="{E3C99051-B908-40BA-8F13-1CBF618D6C04}" destId="{5579AF76-A9BA-43D6-B7D3-6AD30F850EBC}" srcOrd="1" destOrd="0" parTransId="{CCA9AF80-B05B-474F-86BA-2315E74406C0}" sibTransId="{8499710F-7FF5-47F0-8489-20A1A64EEE31}"/>
    <dgm:cxn modelId="{13B8D42F-CD2F-4580-98AA-B35011D88A6C}" type="presOf" srcId="{DE117448-15A4-4410-9E73-B73D0EBC5683}" destId="{96858C06-CF40-4C3F-B590-8582DAFB93E6}" srcOrd="0" destOrd="1" presId="urn:microsoft.com/office/officeart/2005/8/layout/rings+Icon"/>
    <dgm:cxn modelId="{F4AD234D-0594-4B2F-918B-7D5C3D2D96EA}" type="presOf" srcId="{BC47EEF6-DA10-472D-A015-F211B01BB6D8}" destId="{0100ED25-F1B8-4949-88F4-7A0ED8506089}" srcOrd="0" destOrd="2" presId="urn:microsoft.com/office/officeart/2005/8/layout/rings+Icon"/>
    <dgm:cxn modelId="{0AD0C747-1C66-4A08-A445-DB569D09EB0A}" type="presOf" srcId="{E3C99051-B908-40BA-8F13-1CBF618D6C04}" destId="{E6427F3C-CA24-4619-A3D9-20E811EC4566}" srcOrd="0" destOrd="0" presId="urn:microsoft.com/office/officeart/2005/8/layout/rings+Icon"/>
    <dgm:cxn modelId="{2FDD4FCC-20E1-48B2-A16F-BEC7BAB9F833}" type="presOf" srcId="{D84089FE-72D4-4EA9-BF92-E516CF44997D}" destId="{96858C06-CF40-4C3F-B590-8582DAFB93E6}" srcOrd="0" destOrd="0" presId="urn:microsoft.com/office/officeart/2005/8/layout/rings+Icon"/>
    <dgm:cxn modelId="{4504E5D7-2A83-4294-8B4E-37722D1E0FC4}" srcId="{6F619E1C-C117-4883-BD04-0A2DC24CBE16}" destId="{BC47EEF6-DA10-472D-A015-F211B01BB6D8}" srcOrd="1" destOrd="0" parTransId="{22FE6114-A2FC-4ECE-8483-416DD370710D}" sibTransId="{A1FE5879-34FC-4C59-B531-C332C96E7A54}"/>
    <dgm:cxn modelId="{C620269A-F7FC-4A01-B6A2-F3065B4BE79A}" type="presOf" srcId="{1E333C18-614B-4AF2-9379-072BAB2B0C9F}" destId="{96858C06-CF40-4C3F-B590-8582DAFB93E6}" srcOrd="0" destOrd="2" presId="urn:microsoft.com/office/officeart/2005/8/layout/rings+Icon"/>
    <dgm:cxn modelId="{4E48E681-D3DD-4057-8FDE-27C17DF2E3DB}" type="presParOf" srcId="{7A1F4EAB-F736-4935-8A46-9784FDCF9F3E}" destId="{E6427F3C-CA24-4619-A3D9-20E811EC4566}" srcOrd="0" destOrd="0" presId="urn:microsoft.com/office/officeart/2005/8/layout/rings+Icon"/>
    <dgm:cxn modelId="{EBE63AC4-6F83-46A1-9FE0-E3348015000C}" type="presParOf" srcId="{7A1F4EAB-F736-4935-8A46-9784FDCF9F3E}" destId="{96858C06-CF40-4C3F-B590-8582DAFB93E6}" srcOrd="1" destOrd="0" presId="urn:microsoft.com/office/officeart/2005/8/layout/rings+Icon"/>
    <dgm:cxn modelId="{D6315C34-D43B-4923-8BE6-CB1E11711997}" type="presParOf" srcId="{7A1F4EAB-F736-4935-8A46-9784FDCF9F3E}" destId="{CCAC2564-909E-402A-BF5E-721721F282A2}" srcOrd="2" destOrd="0" presId="urn:microsoft.com/office/officeart/2005/8/layout/rings+Icon"/>
    <dgm:cxn modelId="{E960226D-91C3-4ED8-8FB8-5B1FFF7EABA3}" type="presParOf" srcId="{7A1F4EAB-F736-4935-8A46-9784FDCF9F3E}" destId="{2A4975F9-BE19-426E-964E-83E5DE48334F}" srcOrd="3" destOrd="0" presId="urn:microsoft.com/office/officeart/2005/8/layout/rings+Icon"/>
    <dgm:cxn modelId="{9B4490EF-9FF4-4BDA-8D2C-8B6DCC696CCB}" type="presParOf" srcId="{7A1F4EAB-F736-4935-8A46-9784FDCF9F3E}" destId="{0100ED25-F1B8-4949-88F4-7A0ED8506089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5_2" csCatId="accent5" phldr="1"/>
      <dgm:spPr/>
    </dgm:pt>
    <dgm:pt modelId="{E3C99051-B908-40BA-8F13-1CBF618D6C0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Stückkosten </a:t>
          </a:r>
          <a:br>
            <a:rPr lang="de-DE" sz="1600" b="1" dirty="0" smtClean="0"/>
          </a:br>
          <a:r>
            <a:rPr lang="de-DE" sz="1600" b="1" dirty="0" smtClean="0"/>
            <a:t>reduzieren</a:t>
          </a:r>
          <a:endParaRPr lang="de-DE" sz="1600" b="1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4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400"/>
        </a:p>
      </dgm:t>
    </dgm:pt>
    <dgm:pt modelId="{D84089FE-72D4-4EA9-BF92-E516CF44997D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Ausfallzeiten </a:t>
          </a:r>
          <a:br>
            <a:rPr lang="de-DE" sz="1600" b="1" dirty="0" smtClean="0"/>
          </a:br>
          <a:r>
            <a:rPr lang="de-DE" sz="1600" b="1" dirty="0" smtClean="0"/>
            <a:t>senken</a:t>
          </a:r>
          <a:endParaRPr lang="de-DE" sz="1600" b="1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4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400"/>
        </a:p>
      </dgm:t>
    </dgm:pt>
    <dgm:pt modelId="{A7DD5A52-0FD8-4C4E-8180-647CFBDB580E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Qualität </a:t>
          </a:r>
          <a:br>
            <a:rPr lang="de-DE" sz="1600" b="1" dirty="0" smtClean="0"/>
          </a:br>
          <a:r>
            <a:rPr lang="de-DE" sz="1600" b="1" dirty="0" smtClean="0"/>
            <a:t>verbessern</a:t>
          </a:r>
          <a:endParaRPr lang="de-DE" sz="1600" b="1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4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400"/>
        </a:p>
      </dgm:t>
    </dgm:pt>
    <dgm:pt modelId="{2E6B41D1-4B9C-4054-AB41-C6262C107A0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noProof="1" smtClean="0"/>
            <a:t>Kundenzufrieden-heit erhöhen</a:t>
          </a:r>
          <a:endParaRPr lang="de-DE" sz="1600" b="1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4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400"/>
        </a:p>
      </dgm:t>
    </dgm:pt>
    <dgm:pt modelId="{F5092A8A-929C-4A75-A13E-820F3E32E94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749BD484-CB9A-4B56-9EDD-80352B1EC745}" type="parTrans" cxnId="{995A2458-24D4-4F86-8BA9-C1D663DC252E}">
      <dgm:prSet/>
      <dgm:spPr/>
      <dgm:t>
        <a:bodyPr/>
        <a:lstStyle/>
        <a:p>
          <a:endParaRPr lang="de-DE" sz="1400"/>
        </a:p>
      </dgm:t>
    </dgm:pt>
    <dgm:pt modelId="{9BF1AF8D-4444-4D4B-B525-B8174E96B50E}" type="sibTrans" cxnId="{995A2458-24D4-4F86-8BA9-C1D663DC252E}">
      <dgm:prSet/>
      <dgm:spPr/>
      <dgm:t>
        <a:bodyPr/>
        <a:lstStyle/>
        <a:p>
          <a:endParaRPr lang="de-DE" sz="1400"/>
        </a:p>
      </dgm:t>
    </dgm:pt>
    <dgm:pt modelId="{5579AF76-A9BA-43D6-B7D3-6AD30F850EB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CCA9AF80-B05B-474F-86BA-2315E74406C0}" type="parTrans" cxnId="{F41E5C47-C507-4702-8873-146311F3AA72}">
      <dgm:prSet/>
      <dgm:spPr/>
      <dgm:t>
        <a:bodyPr/>
        <a:lstStyle/>
        <a:p>
          <a:endParaRPr lang="de-DE" sz="1400"/>
        </a:p>
      </dgm:t>
    </dgm:pt>
    <dgm:pt modelId="{8499710F-7FF5-47F0-8489-20A1A64EEE31}" type="sibTrans" cxnId="{F41E5C47-C507-4702-8873-146311F3AA72}">
      <dgm:prSet/>
      <dgm:spPr/>
      <dgm:t>
        <a:bodyPr/>
        <a:lstStyle/>
        <a:p>
          <a:endParaRPr lang="de-DE" sz="1400"/>
        </a:p>
      </dgm:t>
    </dgm:pt>
    <dgm:pt modelId="{DE117448-15A4-4410-9E73-B73D0EBC5683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89844686-7A08-42A5-81C3-B956BAEA1328}" type="parTrans" cxnId="{445E98A0-3070-4D10-B054-122197DB9857}">
      <dgm:prSet/>
      <dgm:spPr/>
      <dgm:t>
        <a:bodyPr/>
        <a:lstStyle/>
        <a:p>
          <a:endParaRPr lang="de-DE" sz="1400"/>
        </a:p>
      </dgm:t>
    </dgm:pt>
    <dgm:pt modelId="{EEBE54F2-3BBA-4F03-B105-E3D5C6044D7C}" type="sibTrans" cxnId="{445E98A0-3070-4D10-B054-122197DB9857}">
      <dgm:prSet/>
      <dgm:spPr/>
      <dgm:t>
        <a:bodyPr/>
        <a:lstStyle/>
        <a:p>
          <a:endParaRPr lang="de-DE" sz="1400"/>
        </a:p>
      </dgm:t>
    </dgm:pt>
    <dgm:pt modelId="{1E333C18-614B-4AF2-9379-072BAB2B0C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581E98E0-C934-4CBF-9BDB-AF4AA522B764}" type="parTrans" cxnId="{0859ECBF-A81A-4187-B4B5-E89CF971BA23}">
      <dgm:prSet/>
      <dgm:spPr/>
      <dgm:t>
        <a:bodyPr/>
        <a:lstStyle/>
        <a:p>
          <a:endParaRPr lang="de-DE" sz="1400"/>
        </a:p>
      </dgm:t>
    </dgm:pt>
    <dgm:pt modelId="{4A87BE4F-1AE6-41FE-BA7C-2F3FCC8C016B}" type="sibTrans" cxnId="{0859ECBF-A81A-4187-B4B5-E89CF971BA23}">
      <dgm:prSet/>
      <dgm:spPr/>
      <dgm:t>
        <a:bodyPr/>
        <a:lstStyle/>
        <a:p>
          <a:endParaRPr lang="de-DE" sz="1400"/>
        </a:p>
      </dgm:t>
    </dgm:pt>
    <dgm:pt modelId="{66F2D042-06B9-467A-967A-988A535D267C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01E2028A-2C18-449C-AEB6-156A1CAD2FA7}" type="parTrans" cxnId="{8C65FAD6-D000-4397-8386-E340537776C2}">
      <dgm:prSet/>
      <dgm:spPr/>
      <dgm:t>
        <a:bodyPr/>
        <a:lstStyle/>
        <a:p>
          <a:endParaRPr lang="de-DE" sz="1400"/>
        </a:p>
      </dgm:t>
    </dgm:pt>
    <dgm:pt modelId="{6C248FA2-F378-44CC-96E7-785A266D19C2}" type="sibTrans" cxnId="{8C65FAD6-D000-4397-8386-E340537776C2}">
      <dgm:prSet/>
      <dgm:spPr/>
      <dgm:t>
        <a:bodyPr/>
        <a:lstStyle/>
        <a:p>
          <a:endParaRPr lang="de-DE" sz="1400"/>
        </a:p>
      </dgm:t>
    </dgm:pt>
    <dgm:pt modelId="{C57A8CF6-5BAF-4B08-8DFE-80F250649B9B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B4B4B194-5E95-4634-BA78-70F6F86E9F2B}" type="parTrans" cxnId="{A0A8E856-86DE-4C31-945E-7262606CA9D0}">
      <dgm:prSet/>
      <dgm:spPr/>
      <dgm:t>
        <a:bodyPr/>
        <a:lstStyle/>
        <a:p>
          <a:endParaRPr lang="de-DE" sz="1400"/>
        </a:p>
      </dgm:t>
    </dgm:pt>
    <dgm:pt modelId="{15C56E74-AD0F-4EF8-8D73-2287FFBE7D30}" type="sibTrans" cxnId="{A0A8E856-86DE-4C31-945E-7262606CA9D0}">
      <dgm:prSet/>
      <dgm:spPr/>
      <dgm:t>
        <a:bodyPr/>
        <a:lstStyle/>
        <a:p>
          <a:endParaRPr lang="de-DE" sz="1400"/>
        </a:p>
      </dgm:t>
    </dgm:pt>
    <dgm:pt modelId="{DAD5229A-510F-4EFE-95B5-BD073C4D471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noProof="1"/>
        </a:p>
      </dgm:t>
    </dgm:pt>
    <dgm:pt modelId="{B21D1822-73C6-4DC9-8B6B-40CBAFA65E25}" type="parTrans" cxnId="{19D75C01-4037-4D51-BE1F-D22DE2B91BE7}">
      <dgm:prSet/>
      <dgm:spPr/>
      <dgm:t>
        <a:bodyPr/>
        <a:lstStyle/>
        <a:p>
          <a:endParaRPr lang="de-DE" sz="1400"/>
        </a:p>
      </dgm:t>
    </dgm:pt>
    <dgm:pt modelId="{4AEA3B5D-1375-490A-B637-9A718A3E43BB}" type="sibTrans" cxnId="{19D75C01-4037-4D51-BE1F-D22DE2B91BE7}">
      <dgm:prSet/>
      <dgm:spPr/>
      <dgm:t>
        <a:bodyPr/>
        <a:lstStyle/>
        <a:p>
          <a:endParaRPr lang="de-DE" sz="1400"/>
        </a:p>
      </dgm:t>
    </dgm:pt>
    <dgm:pt modelId="{57D3D717-D6F7-4A91-9141-2624F71832B0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noProof="1"/>
        </a:p>
      </dgm:t>
    </dgm:pt>
    <dgm:pt modelId="{84E65E59-BE6A-4A33-8F16-8EB1570406CE}" type="parTrans" cxnId="{F4FE8D10-FCD8-42DB-B1A7-FE3485106D68}">
      <dgm:prSet/>
      <dgm:spPr/>
      <dgm:t>
        <a:bodyPr/>
        <a:lstStyle/>
        <a:p>
          <a:endParaRPr lang="de-DE" sz="1400"/>
        </a:p>
      </dgm:t>
    </dgm:pt>
    <dgm:pt modelId="{3D1967F8-35F0-403F-960E-726AA9E2AF6B}" type="sibTrans" cxnId="{F4FE8D10-FCD8-42DB-B1A7-FE3485106D68}">
      <dgm:prSet/>
      <dgm:spPr/>
      <dgm:t>
        <a:bodyPr/>
        <a:lstStyle/>
        <a:p>
          <a:endParaRPr lang="de-DE" sz="1400"/>
        </a:p>
      </dgm:t>
    </dgm:pt>
    <dgm:pt modelId="{6F619E1C-C117-4883-BD04-0A2DC24CBE16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600" b="1" noProof="1" smtClean="0"/>
            <a:t>Qualifizierungsniveau</a:t>
          </a:r>
          <a:br>
            <a:rPr lang="de-DE" sz="1600" b="1" noProof="1" smtClean="0"/>
          </a:br>
          <a:r>
            <a:rPr lang="de-DE" sz="1600" b="1" noProof="1" smtClean="0"/>
            <a:t>anheben</a:t>
          </a:r>
          <a:endParaRPr lang="de-DE" sz="1600" b="1" noProof="1"/>
        </a:p>
      </dgm:t>
    </dgm:pt>
    <dgm:pt modelId="{50A89971-E276-4A2C-98B7-50B8843EBEB6}" type="parTrans" cxnId="{17C1C9A4-B521-40F0-8AF1-969CEF2E3F1F}">
      <dgm:prSet/>
      <dgm:spPr/>
      <dgm:t>
        <a:bodyPr/>
        <a:lstStyle/>
        <a:p>
          <a:endParaRPr lang="de-DE"/>
        </a:p>
      </dgm:t>
    </dgm:pt>
    <dgm:pt modelId="{4B7E4E06-694E-464A-90C4-F3F2A7AB10F7}" type="sibTrans" cxnId="{17C1C9A4-B521-40F0-8AF1-969CEF2E3F1F}">
      <dgm:prSet/>
      <dgm:spPr/>
      <dgm:t>
        <a:bodyPr/>
        <a:lstStyle/>
        <a:p>
          <a:endParaRPr lang="de-DE"/>
        </a:p>
      </dgm:t>
    </dgm:pt>
    <dgm:pt modelId="{FDCADAC4-A871-4C34-ACBE-718613F885E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1</a:t>
          </a:r>
          <a:endParaRPr lang="de-DE" sz="1400" noProof="1"/>
        </a:p>
      </dgm:t>
    </dgm:pt>
    <dgm:pt modelId="{B21A3A1F-A220-442C-B8EF-31F6BB55C9EA}" type="parTrans" cxnId="{592B3697-0844-406D-B816-DD0E9BBF9CE8}">
      <dgm:prSet/>
      <dgm:spPr/>
      <dgm:t>
        <a:bodyPr/>
        <a:lstStyle/>
        <a:p>
          <a:endParaRPr lang="de-DE"/>
        </a:p>
      </dgm:t>
    </dgm:pt>
    <dgm:pt modelId="{27047E48-60EC-4C4C-87B2-5A4EAB622AB8}" type="sibTrans" cxnId="{592B3697-0844-406D-B816-DD0E9BBF9CE8}">
      <dgm:prSet/>
      <dgm:spPr/>
      <dgm:t>
        <a:bodyPr/>
        <a:lstStyle/>
        <a:p>
          <a:endParaRPr lang="de-DE"/>
        </a:p>
      </dgm:t>
    </dgm:pt>
    <dgm:pt modelId="{BC47EEF6-DA10-472D-A015-F211B01BB6D8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2</a:t>
          </a:r>
          <a:endParaRPr lang="de-DE" sz="1400" noProof="1"/>
        </a:p>
      </dgm:t>
    </dgm:pt>
    <dgm:pt modelId="{22FE6114-A2FC-4ECE-8483-416DD370710D}" type="parTrans" cxnId="{4504E5D7-2A83-4294-8B4E-37722D1E0FC4}">
      <dgm:prSet/>
      <dgm:spPr/>
      <dgm:t>
        <a:bodyPr/>
        <a:lstStyle/>
        <a:p>
          <a:endParaRPr lang="de-DE"/>
        </a:p>
      </dgm:t>
    </dgm:pt>
    <dgm:pt modelId="{A1FE5879-34FC-4C59-B531-C332C96E7A54}" type="sibTrans" cxnId="{4504E5D7-2A83-4294-8B4E-37722D1E0FC4}">
      <dgm:prSet/>
      <dgm:spPr/>
      <dgm:t>
        <a:bodyPr/>
        <a:lstStyle/>
        <a:p>
          <a:endParaRPr lang="de-DE"/>
        </a:p>
      </dgm:t>
    </dgm:pt>
    <dgm:pt modelId="{7A1F4EAB-F736-4935-8A46-9784FDCF9F3E}" type="pres">
      <dgm:prSet presAssocID="{9E96FF71-DB9B-43DE-BE7F-19ADA51ADA90}" presName="Name0" presStyleCnt="0">
        <dgm:presLayoutVars>
          <dgm:chMax val="7"/>
          <dgm:dir/>
          <dgm:resizeHandles val="exact"/>
        </dgm:presLayoutVars>
      </dgm:prSet>
      <dgm:spPr/>
    </dgm:pt>
    <dgm:pt modelId="{E6427F3C-CA24-4619-A3D9-20E811EC4566}" type="pres">
      <dgm:prSet presAssocID="{9E96FF71-DB9B-43DE-BE7F-19ADA51ADA90}" presName="ellipse1" presStyleLbl="venn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858C06-CF40-4C3F-B590-8582DAFB93E6}" type="pres">
      <dgm:prSet presAssocID="{9E96FF71-DB9B-43DE-BE7F-19ADA51ADA90}" presName="ellipse2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AC2564-909E-402A-BF5E-721721F282A2}" type="pres">
      <dgm:prSet presAssocID="{9E96FF71-DB9B-43DE-BE7F-19ADA51ADA90}" presName="ellipse3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A4975F9-BE19-426E-964E-83E5DE48334F}" type="pres">
      <dgm:prSet presAssocID="{9E96FF71-DB9B-43DE-BE7F-19ADA51ADA90}" presName="ellipse4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100ED25-F1B8-4949-88F4-7A0ED8506089}" type="pres">
      <dgm:prSet presAssocID="{9E96FF71-DB9B-43DE-BE7F-19ADA51ADA90}" presName="ellipse5" presStyleLbl="vennNode1" presStyleIdx="4" presStyleCnt="5" custLinFactNeighborX="1755" custLinFactNeighborY="-161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B4B0288-3583-474C-BE39-E9B6E9C84221}" type="presOf" srcId="{1E333C18-614B-4AF2-9379-072BAB2B0C9F}" destId="{96858C06-CF40-4C3F-B590-8582DAFB93E6}" srcOrd="0" destOrd="2" presId="urn:microsoft.com/office/officeart/2005/8/layout/rings+Icon"/>
    <dgm:cxn modelId="{F4FE8D10-FCD8-42DB-B1A7-FE3485106D68}" srcId="{2E6B41D1-4B9C-4054-AB41-C6262C107A0A}" destId="{57D3D717-D6F7-4A91-9141-2624F71832B0}" srcOrd="1" destOrd="0" parTransId="{84E65E59-BE6A-4A33-8F16-8EB1570406CE}" sibTransId="{3D1967F8-35F0-403F-960E-726AA9E2AF6B}"/>
    <dgm:cxn modelId="{A0A8E856-86DE-4C31-945E-7262606CA9D0}" srcId="{A7DD5A52-0FD8-4C4E-8180-647CFBDB580E}" destId="{C57A8CF6-5BAF-4B08-8DFE-80F250649B9B}" srcOrd="1" destOrd="0" parTransId="{B4B4B194-5E95-4634-BA78-70F6F86E9F2B}" sibTransId="{15C56E74-AD0F-4EF8-8D73-2287FFBE7D30}"/>
    <dgm:cxn modelId="{C835B3F4-1C6E-4603-A834-684431839094}" type="presOf" srcId="{A7DD5A52-0FD8-4C4E-8180-647CFBDB580E}" destId="{CCAC2564-909E-402A-BF5E-721721F282A2}" srcOrd="0" destOrd="0" presId="urn:microsoft.com/office/officeart/2005/8/layout/rings+Icon"/>
    <dgm:cxn modelId="{19D75C01-4037-4D51-BE1F-D22DE2B91BE7}" srcId="{2E6B41D1-4B9C-4054-AB41-C6262C107A0A}" destId="{DAD5229A-510F-4EFE-95B5-BD073C4D471A}" srcOrd="0" destOrd="0" parTransId="{B21D1822-73C6-4DC9-8B6B-40CBAFA65E25}" sibTransId="{4AEA3B5D-1375-490A-B637-9A718A3E43BB}"/>
    <dgm:cxn modelId="{17C1C9A4-B521-40F0-8AF1-969CEF2E3F1F}" srcId="{9E96FF71-DB9B-43DE-BE7F-19ADA51ADA90}" destId="{6F619E1C-C117-4883-BD04-0A2DC24CBE16}" srcOrd="4" destOrd="0" parTransId="{50A89971-E276-4A2C-98B7-50B8843EBEB6}" sibTransId="{4B7E4E06-694E-464A-90C4-F3F2A7AB10F7}"/>
    <dgm:cxn modelId="{358FE53D-858F-4D50-96B3-1B6EDBDF3E67}" type="presOf" srcId="{DE117448-15A4-4410-9E73-B73D0EBC5683}" destId="{96858C06-CF40-4C3F-B590-8582DAFB93E6}" srcOrd="0" destOrd="1" presId="urn:microsoft.com/office/officeart/2005/8/layout/rings+Icon"/>
    <dgm:cxn modelId="{FDAF9C62-4B43-4BB5-8F41-CA8A74EC7BF9}" type="presOf" srcId="{2E6B41D1-4B9C-4054-AB41-C6262C107A0A}" destId="{2A4975F9-BE19-426E-964E-83E5DE48334F}" srcOrd="0" destOrd="0" presId="urn:microsoft.com/office/officeart/2005/8/layout/rings+Icon"/>
    <dgm:cxn modelId="{89CDAD9F-266C-4C60-B084-BDFDA09C9990}" type="presOf" srcId="{C57A8CF6-5BAF-4B08-8DFE-80F250649B9B}" destId="{CCAC2564-909E-402A-BF5E-721721F282A2}" srcOrd="0" destOrd="2" presId="urn:microsoft.com/office/officeart/2005/8/layout/rings+Icon"/>
    <dgm:cxn modelId="{0859ECBF-A81A-4187-B4B5-E89CF971BA23}" srcId="{D84089FE-72D4-4EA9-BF92-E516CF44997D}" destId="{1E333C18-614B-4AF2-9379-072BAB2B0C9F}" srcOrd="1" destOrd="0" parTransId="{581E98E0-C934-4CBF-9BDB-AF4AA522B764}" sibTransId="{4A87BE4F-1AE6-41FE-BA7C-2F3FCC8C016B}"/>
    <dgm:cxn modelId="{2652F8B6-AE78-4375-B58D-67896BAEEEB3}" type="presOf" srcId="{9E96FF71-DB9B-43DE-BE7F-19ADA51ADA90}" destId="{7A1F4EAB-F736-4935-8A46-9784FDCF9F3E}" srcOrd="0" destOrd="0" presId="urn:microsoft.com/office/officeart/2005/8/layout/rings+Icon"/>
    <dgm:cxn modelId="{995A2458-24D4-4F86-8BA9-C1D663DC252E}" srcId="{E3C99051-B908-40BA-8F13-1CBF618D6C04}" destId="{F5092A8A-929C-4A75-A13E-820F3E32E944}" srcOrd="0" destOrd="0" parTransId="{749BD484-CB9A-4B56-9EDD-80352B1EC745}" sibTransId="{9BF1AF8D-4444-4D4B-B525-B8174E96B50E}"/>
    <dgm:cxn modelId="{D3FEECD3-4504-4020-A767-124BC14DE6CD}" type="presOf" srcId="{F5092A8A-929C-4A75-A13E-820F3E32E944}" destId="{E6427F3C-CA24-4619-A3D9-20E811EC4566}" srcOrd="0" destOrd="1" presId="urn:microsoft.com/office/officeart/2005/8/layout/rings+Icon"/>
    <dgm:cxn modelId="{8FD34F83-1339-459B-98B3-6827831A5D3C}" type="presOf" srcId="{6F619E1C-C117-4883-BD04-0A2DC24CBE16}" destId="{0100ED25-F1B8-4949-88F4-7A0ED8506089}" srcOrd="0" destOrd="0" presId="urn:microsoft.com/office/officeart/2005/8/layout/rings+Icon"/>
    <dgm:cxn modelId="{592B3697-0844-406D-B816-DD0E9BBF9CE8}" srcId="{6F619E1C-C117-4883-BD04-0A2DC24CBE16}" destId="{FDCADAC4-A871-4C34-ACBE-718613F885E9}" srcOrd="0" destOrd="0" parTransId="{B21A3A1F-A220-442C-B8EF-31F6BB55C9EA}" sibTransId="{27047E48-60EC-4C4C-87B2-5A4EAB622AB8}"/>
    <dgm:cxn modelId="{7A91D8F5-E105-4BB2-AD25-53CE85C9967F}" type="presOf" srcId="{DAD5229A-510F-4EFE-95B5-BD073C4D471A}" destId="{2A4975F9-BE19-426E-964E-83E5DE48334F}" srcOrd="0" destOrd="1" presId="urn:microsoft.com/office/officeart/2005/8/layout/rings+Icon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8C65FAD6-D000-4397-8386-E340537776C2}" srcId="{A7DD5A52-0FD8-4C4E-8180-647CFBDB580E}" destId="{66F2D042-06B9-467A-967A-988A535D267C}" srcOrd="0" destOrd="0" parTransId="{01E2028A-2C18-449C-AEB6-156A1CAD2FA7}" sibTransId="{6C248FA2-F378-44CC-96E7-785A266D19C2}"/>
    <dgm:cxn modelId="{A428D817-931A-4FEF-B519-736F5874E5B8}" type="presOf" srcId="{57D3D717-D6F7-4A91-9141-2624F71832B0}" destId="{2A4975F9-BE19-426E-964E-83E5DE48334F}" srcOrd="0" destOrd="2" presId="urn:microsoft.com/office/officeart/2005/8/layout/rings+Icon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445E98A0-3070-4D10-B054-122197DB9857}" srcId="{D84089FE-72D4-4EA9-BF92-E516CF44997D}" destId="{DE117448-15A4-4410-9E73-B73D0EBC5683}" srcOrd="0" destOrd="0" parTransId="{89844686-7A08-42A5-81C3-B956BAEA1328}" sibTransId="{EEBE54F2-3BBA-4F03-B105-E3D5C6044D7C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F41E5C47-C507-4702-8873-146311F3AA72}" srcId="{E3C99051-B908-40BA-8F13-1CBF618D6C04}" destId="{5579AF76-A9BA-43D6-B7D3-6AD30F850EBC}" srcOrd="1" destOrd="0" parTransId="{CCA9AF80-B05B-474F-86BA-2315E74406C0}" sibTransId="{8499710F-7FF5-47F0-8489-20A1A64EEE31}"/>
    <dgm:cxn modelId="{41E86225-A167-4010-B1F3-42A5C3F5CA6B}" type="presOf" srcId="{66F2D042-06B9-467A-967A-988A535D267C}" destId="{CCAC2564-909E-402A-BF5E-721721F282A2}" srcOrd="0" destOrd="1" presId="urn:microsoft.com/office/officeart/2005/8/layout/rings+Icon"/>
    <dgm:cxn modelId="{65D120C9-A5C0-4E58-BE08-2C6697113021}" type="presOf" srcId="{E3C99051-B908-40BA-8F13-1CBF618D6C04}" destId="{E6427F3C-CA24-4619-A3D9-20E811EC4566}" srcOrd="0" destOrd="0" presId="urn:microsoft.com/office/officeart/2005/8/layout/rings+Icon"/>
    <dgm:cxn modelId="{4504E5D7-2A83-4294-8B4E-37722D1E0FC4}" srcId="{6F619E1C-C117-4883-BD04-0A2DC24CBE16}" destId="{BC47EEF6-DA10-472D-A015-F211B01BB6D8}" srcOrd="1" destOrd="0" parTransId="{22FE6114-A2FC-4ECE-8483-416DD370710D}" sibTransId="{A1FE5879-34FC-4C59-B531-C332C96E7A54}"/>
    <dgm:cxn modelId="{554CD9A1-2BE0-49DD-9006-20793373C1D1}" type="presOf" srcId="{BC47EEF6-DA10-472D-A015-F211B01BB6D8}" destId="{0100ED25-F1B8-4949-88F4-7A0ED8506089}" srcOrd="0" destOrd="2" presId="urn:microsoft.com/office/officeart/2005/8/layout/rings+Icon"/>
    <dgm:cxn modelId="{D9589B64-38BE-42BD-8A79-3086AE1F89DD}" type="presOf" srcId="{D84089FE-72D4-4EA9-BF92-E516CF44997D}" destId="{96858C06-CF40-4C3F-B590-8582DAFB93E6}" srcOrd="0" destOrd="0" presId="urn:microsoft.com/office/officeart/2005/8/layout/rings+Icon"/>
    <dgm:cxn modelId="{9D625328-1D12-48F7-8BCE-B672A540A10B}" type="presOf" srcId="{5579AF76-A9BA-43D6-B7D3-6AD30F850EBC}" destId="{E6427F3C-CA24-4619-A3D9-20E811EC4566}" srcOrd="0" destOrd="2" presId="urn:microsoft.com/office/officeart/2005/8/layout/rings+Icon"/>
    <dgm:cxn modelId="{3B9BB177-A561-4FA7-95AB-8514A8B7634A}" type="presOf" srcId="{FDCADAC4-A871-4C34-ACBE-718613F885E9}" destId="{0100ED25-F1B8-4949-88F4-7A0ED8506089}" srcOrd="0" destOrd="1" presId="urn:microsoft.com/office/officeart/2005/8/layout/rings+Icon"/>
    <dgm:cxn modelId="{23729AE6-9FBA-4CB6-A1AB-E4DACAC322B9}" type="presParOf" srcId="{7A1F4EAB-F736-4935-8A46-9784FDCF9F3E}" destId="{E6427F3C-CA24-4619-A3D9-20E811EC4566}" srcOrd="0" destOrd="0" presId="urn:microsoft.com/office/officeart/2005/8/layout/rings+Icon"/>
    <dgm:cxn modelId="{69139A3D-D8C8-43F1-B9F3-B25ADEAD9C07}" type="presParOf" srcId="{7A1F4EAB-F736-4935-8A46-9784FDCF9F3E}" destId="{96858C06-CF40-4C3F-B590-8582DAFB93E6}" srcOrd="1" destOrd="0" presId="urn:microsoft.com/office/officeart/2005/8/layout/rings+Icon"/>
    <dgm:cxn modelId="{74F8930A-BA01-4E38-8121-01567C1F2438}" type="presParOf" srcId="{7A1F4EAB-F736-4935-8A46-9784FDCF9F3E}" destId="{CCAC2564-909E-402A-BF5E-721721F282A2}" srcOrd="2" destOrd="0" presId="urn:microsoft.com/office/officeart/2005/8/layout/rings+Icon"/>
    <dgm:cxn modelId="{6B922444-1D34-42B6-9FD0-DEF20DD36D89}" type="presParOf" srcId="{7A1F4EAB-F736-4935-8A46-9784FDCF9F3E}" destId="{2A4975F9-BE19-426E-964E-83E5DE48334F}" srcOrd="3" destOrd="0" presId="urn:microsoft.com/office/officeart/2005/8/layout/rings+Icon"/>
    <dgm:cxn modelId="{3742E7F1-35CD-4CC1-83FA-F2AA6085633C}" type="presParOf" srcId="{7A1F4EAB-F736-4935-8A46-9784FDCF9F3E}" destId="{0100ED25-F1B8-4949-88F4-7A0ED8506089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5_2" csCatId="accent5" phldr="1"/>
      <dgm:spPr/>
    </dgm:pt>
    <dgm:pt modelId="{E3C99051-B908-40BA-8F13-1CBF618D6C0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Stückkosten </a:t>
          </a:r>
          <a:br>
            <a:rPr lang="de-DE" sz="1600" b="1" dirty="0" smtClean="0"/>
          </a:br>
          <a:r>
            <a:rPr lang="de-DE" sz="1600" b="1" dirty="0" smtClean="0"/>
            <a:t>reduzieren</a:t>
          </a:r>
          <a:endParaRPr lang="de-DE" sz="1600" b="1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4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400"/>
        </a:p>
      </dgm:t>
    </dgm:pt>
    <dgm:pt modelId="{D84089FE-72D4-4EA9-BF92-E516CF44997D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Ausfallzeiten </a:t>
          </a:r>
          <a:br>
            <a:rPr lang="de-DE" sz="1600" b="1" dirty="0" smtClean="0"/>
          </a:br>
          <a:r>
            <a:rPr lang="de-DE" sz="1600" b="1" dirty="0" smtClean="0"/>
            <a:t>senken</a:t>
          </a:r>
          <a:endParaRPr lang="de-DE" sz="1600" b="1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4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400"/>
        </a:p>
      </dgm:t>
    </dgm:pt>
    <dgm:pt modelId="{A7DD5A52-0FD8-4C4E-8180-647CFBDB580E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Qualität </a:t>
          </a:r>
          <a:br>
            <a:rPr lang="de-DE" sz="1600" b="1" dirty="0" smtClean="0"/>
          </a:br>
          <a:r>
            <a:rPr lang="de-DE" sz="1600" b="1" dirty="0" smtClean="0"/>
            <a:t>verbessern</a:t>
          </a:r>
          <a:endParaRPr lang="de-DE" sz="1600" b="1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4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400"/>
        </a:p>
      </dgm:t>
    </dgm:pt>
    <dgm:pt modelId="{2E6B41D1-4B9C-4054-AB41-C6262C107A0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noProof="1" smtClean="0"/>
            <a:t>Kundenzufrieden-heit erhöhen</a:t>
          </a:r>
          <a:endParaRPr lang="de-DE" sz="1600" b="1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4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400"/>
        </a:p>
      </dgm:t>
    </dgm:pt>
    <dgm:pt modelId="{F5092A8A-929C-4A75-A13E-820F3E32E94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749BD484-CB9A-4B56-9EDD-80352B1EC745}" type="parTrans" cxnId="{995A2458-24D4-4F86-8BA9-C1D663DC252E}">
      <dgm:prSet/>
      <dgm:spPr/>
      <dgm:t>
        <a:bodyPr/>
        <a:lstStyle/>
        <a:p>
          <a:endParaRPr lang="de-DE" sz="1400"/>
        </a:p>
      </dgm:t>
    </dgm:pt>
    <dgm:pt modelId="{9BF1AF8D-4444-4D4B-B525-B8174E96B50E}" type="sibTrans" cxnId="{995A2458-24D4-4F86-8BA9-C1D663DC252E}">
      <dgm:prSet/>
      <dgm:spPr/>
      <dgm:t>
        <a:bodyPr/>
        <a:lstStyle/>
        <a:p>
          <a:endParaRPr lang="de-DE" sz="1400"/>
        </a:p>
      </dgm:t>
    </dgm:pt>
    <dgm:pt modelId="{5579AF76-A9BA-43D6-B7D3-6AD30F850EB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CCA9AF80-B05B-474F-86BA-2315E74406C0}" type="parTrans" cxnId="{F41E5C47-C507-4702-8873-146311F3AA72}">
      <dgm:prSet/>
      <dgm:spPr/>
      <dgm:t>
        <a:bodyPr/>
        <a:lstStyle/>
        <a:p>
          <a:endParaRPr lang="de-DE" sz="1400"/>
        </a:p>
      </dgm:t>
    </dgm:pt>
    <dgm:pt modelId="{8499710F-7FF5-47F0-8489-20A1A64EEE31}" type="sibTrans" cxnId="{F41E5C47-C507-4702-8873-146311F3AA72}">
      <dgm:prSet/>
      <dgm:spPr/>
      <dgm:t>
        <a:bodyPr/>
        <a:lstStyle/>
        <a:p>
          <a:endParaRPr lang="de-DE" sz="1400"/>
        </a:p>
      </dgm:t>
    </dgm:pt>
    <dgm:pt modelId="{DE117448-15A4-4410-9E73-B73D0EBC5683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89844686-7A08-42A5-81C3-B956BAEA1328}" type="parTrans" cxnId="{445E98A0-3070-4D10-B054-122197DB9857}">
      <dgm:prSet/>
      <dgm:spPr/>
      <dgm:t>
        <a:bodyPr/>
        <a:lstStyle/>
        <a:p>
          <a:endParaRPr lang="de-DE" sz="1400"/>
        </a:p>
      </dgm:t>
    </dgm:pt>
    <dgm:pt modelId="{EEBE54F2-3BBA-4F03-B105-E3D5C6044D7C}" type="sibTrans" cxnId="{445E98A0-3070-4D10-B054-122197DB9857}">
      <dgm:prSet/>
      <dgm:spPr/>
      <dgm:t>
        <a:bodyPr/>
        <a:lstStyle/>
        <a:p>
          <a:endParaRPr lang="de-DE" sz="1400"/>
        </a:p>
      </dgm:t>
    </dgm:pt>
    <dgm:pt modelId="{1E333C18-614B-4AF2-9379-072BAB2B0C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581E98E0-C934-4CBF-9BDB-AF4AA522B764}" type="parTrans" cxnId="{0859ECBF-A81A-4187-B4B5-E89CF971BA23}">
      <dgm:prSet/>
      <dgm:spPr/>
      <dgm:t>
        <a:bodyPr/>
        <a:lstStyle/>
        <a:p>
          <a:endParaRPr lang="de-DE" sz="1400"/>
        </a:p>
      </dgm:t>
    </dgm:pt>
    <dgm:pt modelId="{4A87BE4F-1AE6-41FE-BA7C-2F3FCC8C016B}" type="sibTrans" cxnId="{0859ECBF-A81A-4187-B4B5-E89CF971BA23}">
      <dgm:prSet/>
      <dgm:spPr/>
      <dgm:t>
        <a:bodyPr/>
        <a:lstStyle/>
        <a:p>
          <a:endParaRPr lang="de-DE" sz="1400"/>
        </a:p>
      </dgm:t>
    </dgm:pt>
    <dgm:pt modelId="{66F2D042-06B9-467A-967A-988A535D267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01E2028A-2C18-449C-AEB6-156A1CAD2FA7}" type="parTrans" cxnId="{8C65FAD6-D000-4397-8386-E340537776C2}">
      <dgm:prSet/>
      <dgm:spPr/>
      <dgm:t>
        <a:bodyPr/>
        <a:lstStyle/>
        <a:p>
          <a:endParaRPr lang="de-DE" sz="1400"/>
        </a:p>
      </dgm:t>
    </dgm:pt>
    <dgm:pt modelId="{6C248FA2-F378-44CC-96E7-785A266D19C2}" type="sibTrans" cxnId="{8C65FAD6-D000-4397-8386-E340537776C2}">
      <dgm:prSet/>
      <dgm:spPr/>
      <dgm:t>
        <a:bodyPr/>
        <a:lstStyle/>
        <a:p>
          <a:endParaRPr lang="de-DE" sz="1400"/>
        </a:p>
      </dgm:t>
    </dgm:pt>
    <dgm:pt modelId="{C57A8CF6-5BAF-4B08-8DFE-80F250649B9B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B4B4B194-5E95-4634-BA78-70F6F86E9F2B}" type="parTrans" cxnId="{A0A8E856-86DE-4C31-945E-7262606CA9D0}">
      <dgm:prSet/>
      <dgm:spPr/>
      <dgm:t>
        <a:bodyPr/>
        <a:lstStyle/>
        <a:p>
          <a:endParaRPr lang="de-DE" sz="1400"/>
        </a:p>
      </dgm:t>
    </dgm:pt>
    <dgm:pt modelId="{15C56E74-AD0F-4EF8-8D73-2287FFBE7D30}" type="sibTrans" cxnId="{A0A8E856-86DE-4C31-945E-7262606CA9D0}">
      <dgm:prSet/>
      <dgm:spPr/>
      <dgm:t>
        <a:bodyPr/>
        <a:lstStyle/>
        <a:p>
          <a:endParaRPr lang="de-DE" sz="1400"/>
        </a:p>
      </dgm:t>
    </dgm:pt>
    <dgm:pt modelId="{DAD5229A-510F-4EFE-95B5-BD073C4D471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noProof="1"/>
        </a:p>
      </dgm:t>
    </dgm:pt>
    <dgm:pt modelId="{B21D1822-73C6-4DC9-8B6B-40CBAFA65E25}" type="parTrans" cxnId="{19D75C01-4037-4D51-BE1F-D22DE2B91BE7}">
      <dgm:prSet/>
      <dgm:spPr/>
      <dgm:t>
        <a:bodyPr/>
        <a:lstStyle/>
        <a:p>
          <a:endParaRPr lang="de-DE" sz="1400"/>
        </a:p>
      </dgm:t>
    </dgm:pt>
    <dgm:pt modelId="{4AEA3B5D-1375-490A-B637-9A718A3E43BB}" type="sibTrans" cxnId="{19D75C01-4037-4D51-BE1F-D22DE2B91BE7}">
      <dgm:prSet/>
      <dgm:spPr/>
      <dgm:t>
        <a:bodyPr/>
        <a:lstStyle/>
        <a:p>
          <a:endParaRPr lang="de-DE" sz="1400"/>
        </a:p>
      </dgm:t>
    </dgm:pt>
    <dgm:pt modelId="{57D3D717-D6F7-4A91-9141-2624F71832B0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noProof="1"/>
        </a:p>
      </dgm:t>
    </dgm:pt>
    <dgm:pt modelId="{84E65E59-BE6A-4A33-8F16-8EB1570406CE}" type="parTrans" cxnId="{F4FE8D10-FCD8-42DB-B1A7-FE3485106D68}">
      <dgm:prSet/>
      <dgm:spPr/>
      <dgm:t>
        <a:bodyPr/>
        <a:lstStyle/>
        <a:p>
          <a:endParaRPr lang="de-DE" sz="1400"/>
        </a:p>
      </dgm:t>
    </dgm:pt>
    <dgm:pt modelId="{3D1967F8-35F0-403F-960E-726AA9E2AF6B}" type="sibTrans" cxnId="{F4FE8D10-FCD8-42DB-B1A7-FE3485106D68}">
      <dgm:prSet/>
      <dgm:spPr/>
      <dgm:t>
        <a:bodyPr/>
        <a:lstStyle/>
        <a:p>
          <a:endParaRPr lang="de-DE" sz="1400"/>
        </a:p>
      </dgm:t>
    </dgm:pt>
    <dgm:pt modelId="{6F619E1C-C117-4883-BD04-0A2DC24CBE16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600" b="1" noProof="1" smtClean="0"/>
            <a:t>Qualifizierungsniveau</a:t>
          </a:r>
          <a:br>
            <a:rPr lang="de-DE" sz="1600" b="1" noProof="1" smtClean="0"/>
          </a:br>
          <a:r>
            <a:rPr lang="de-DE" sz="1600" b="1" noProof="1" smtClean="0"/>
            <a:t>anheben</a:t>
          </a:r>
          <a:endParaRPr lang="de-DE" sz="1600" b="1" noProof="1"/>
        </a:p>
      </dgm:t>
    </dgm:pt>
    <dgm:pt modelId="{50A89971-E276-4A2C-98B7-50B8843EBEB6}" type="parTrans" cxnId="{17C1C9A4-B521-40F0-8AF1-969CEF2E3F1F}">
      <dgm:prSet/>
      <dgm:spPr/>
      <dgm:t>
        <a:bodyPr/>
        <a:lstStyle/>
        <a:p>
          <a:endParaRPr lang="de-DE"/>
        </a:p>
      </dgm:t>
    </dgm:pt>
    <dgm:pt modelId="{4B7E4E06-694E-464A-90C4-F3F2A7AB10F7}" type="sibTrans" cxnId="{17C1C9A4-B521-40F0-8AF1-969CEF2E3F1F}">
      <dgm:prSet/>
      <dgm:spPr/>
      <dgm:t>
        <a:bodyPr/>
        <a:lstStyle/>
        <a:p>
          <a:endParaRPr lang="de-DE"/>
        </a:p>
      </dgm:t>
    </dgm:pt>
    <dgm:pt modelId="{FDCADAC4-A871-4C34-ACBE-718613F885E9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1</a:t>
          </a:r>
          <a:endParaRPr lang="de-DE" sz="1400" noProof="1"/>
        </a:p>
      </dgm:t>
    </dgm:pt>
    <dgm:pt modelId="{B21A3A1F-A220-442C-B8EF-31F6BB55C9EA}" type="parTrans" cxnId="{592B3697-0844-406D-B816-DD0E9BBF9CE8}">
      <dgm:prSet/>
      <dgm:spPr/>
      <dgm:t>
        <a:bodyPr/>
        <a:lstStyle/>
        <a:p>
          <a:endParaRPr lang="de-DE"/>
        </a:p>
      </dgm:t>
    </dgm:pt>
    <dgm:pt modelId="{27047E48-60EC-4C4C-87B2-5A4EAB622AB8}" type="sibTrans" cxnId="{592B3697-0844-406D-B816-DD0E9BBF9CE8}">
      <dgm:prSet/>
      <dgm:spPr/>
      <dgm:t>
        <a:bodyPr/>
        <a:lstStyle/>
        <a:p>
          <a:endParaRPr lang="de-DE"/>
        </a:p>
      </dgm:t>
    </dgm:pt>
    <dgm:pt modelId="{BC47EEF6-DA10-472D-A015-F211B01BB6D8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2</a:t>
          </a:r>
          <a:endParaRPr lang="de-DE" sz="1400" noProof="1"/>
        </a:p>
      </dgm:t>
    </dgm:pt>
    <dgm:pt modelId="{22FE6114-A2FC-4ECE-8483-416DD370710D}" type="parTrans" cxnId="{4504E5D7-2A83-4294-8B4E-37722D1E0FC4}">
      <dgm:prSet/>
      <dgm:spPr/>
      <dgm:t>
        <a:bodyPr/>
        <a:lstStyle/>
        <a:p>
          <a:endParaRPr lang="de-DE"/>
        </a:p>
      </dgm:t>
    </dgm:pt>
    <dgm:pt modelId="{A1FE5879-34FC-4C59-B531-C332C96E7A54}" type="sibTrans" cxnId="{4504E5D7-2A83-4294-8B4E-37722D1E0FC4}">
      <dgm:prSet/>
      <dgm:spPr/>
      <dgm:t>
        <a:bodyPr/>
        <a:lstStyle/>
        <a:p>
          <a:endParaRPr lang="de-DE"/>
        </a:p>
      </dgm:t>
    </dgm:pt>
    <dgm:pt modelId="{7A1F4EAB-F736-4935-8A46-9784FDCF9F3E}" type="pres">
      <dgm:prSet presAssocID="{9E96FF71-DB9B-43DE-BE7F-19ADA51ADA90}" presName="Name0" presStyleCnt="0">
        <dgm:presLayoutVars>
          <dgm:chMax val="7"/>
          <dgm:dir/>
          <dgm:resizeHandles val="exact"/>
        </dgm:presLayoutVars>
      </dgm:prSet>
      <dgm:spPr/>
    </dgm:pt>
    <dgm:pt modelId="{E6427F3C-CA24-4619-A3D9-20E811EC4566}" type="pres">
      <dgm:prSet presAssocID="{9E96FF71-DB9B-43DE-BE7F-19ADA51ADA90}" presName="ellipse1" presStyleLbl="venn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858C06-CF40-4C3F-B590-8582DAFB93E6}" type="pres">
      <dgm:prSet presAssocID="{9E96FF71-DB9B-43DE-BE7F-19ADA51ADA90}" presName="ellipse2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AC2564-909E-402A-BF5E-721721F282A2}" type="pres">
      <dgm:prSet presAssocID="{9E96FF71-DB9B-43DE-BE7F-19ADA51ADA90}" presName="ellipse3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A4975F9-BE19-426E-964E-83E5DE48334F}" type="pres">
      <dgm:prSet presAssocID="{9E96FF71-DB9B-43DE-BE7F-19ADA51ADA90}" presName="ellipse4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100ED25-F1B8-4949-88F4-7A0ED8506089}" type="pres">
      <dgm:prSet presAssocID="{9E96FF71-DB9B-43DE-BE7F-19ADA51ADA90}" presName="ellipse5" presStyleLbl="vennNode1" presStyleIdx="4" presStyleCnt="5" custLinFactNeighborX="1755" custLinFactNeighborY="-161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F4FE8D10-FCD8-42DB-B1A7-FE3485106D68}" srcId="{2E6B41D1-4B9C-4054-AB41-C6262C107A0A}" destId="{57D3D717-D6F7-4A91-9141-2624F71832B0}" srcOrd="1" destOrd="0" parTransId="{84E65E59-BE6A-4A33-8F16-8EB1570406CE}" sibTransId="{3D1967F8-35F0-403F-960E-726AA9E2AF6B}"/>
    <dgm:cxn modelId="{A0A8E856-86DE-4C31-945E-7262606CA9D0}" srcId="{A7DD5A52-0FD8-4C4E-8180-647CFBDB580E}" destId="{C57A8CF6-5BAF-4B08-8DFE-80F250649B9B}" srcOrd="1" destOrd="0" parTransId="{B4B4B194-5E95-4634-BA78-70F6F86E9F2B}" sibTransId="{15C56E74-AD0F-4EF8-8D73-2287FFBE7D30}"/>
    <dgm:cxn modelId="{8500FA3E-7F06-4BE9-AA95-E78B28F61685}" type="presOf" srcId="{D84089FE-72D4-4EA9-BF92-E516CF44997D}" destId="{96858C06-CF40-4C3F-B590-8582DAFB93E6}" srcOrd="0" destOrd="0" presId="urn:microsoft.com/office/officeart/2005/8/layout/rings+Icon"/>
    <dgm:cxn modelId="{19D75C01-4037-4D51-BE1F-D22DE2B91BE7}" srcId="{2E6B41D1-4B9C-4054-AB41-C6262C107A0A}" destId="{DAD5229A-510F-4EFE-95B5-BD073C4D471A}" srcOrd="0" destOrd="0" parTransId="{B21D1822-73C6-4DC9-8B6B-40CBAFA65E25}" sibTransId="{4AEA3B5D-1375-490A-B637-9A718A3E43BB}"/>
    <dgm:cxn modelId="{17C1C9A4-B521-40F0-8AF1-969CEF2E3F1F}" srcId="{9E96FF71-DB9B-43DE-BE7F-19ADA51ADA90}" destId="{6F619E1C-C117-4883-BD04-0A2DC24CBE16}" srcOrd="4" destOrd="0" parTransId="{50A89971-E276-4A2C-98B7-50B8843EBEB6}" sibTransId="{4B7E4E06-694E-464A-90C4-F3F2A7AB10F7}"/>
    <dgm:cxn modelId="{15C15D12-5568-4C61-87D0-92AC6AA089AB}" type="presOf" srcId="{DE117448-15A4-4410-9E73-B73D0EBC5683}" destId="{96858C06-CF40-4C3F-B590-8582DAFB93E6}" srcOrd="0" destOrd="1" presId="urn:microsoft.com/office/officeart/2005/8/layout/rings+Icon"/>
    <dgm:cxn modelId="{0859ECBF-A81A-4187-B4B5-E89CF971BA23}" srcId="{D84089FE-72D4-4EA9-BF92-E516CF44997D}" destId="{1E333C18-614B-4AF2-9379-072BAB2B0C9F}" srcOrd="1" destOrd="0" parTransId="{581E98E0-C934-4CBF-9BDB-AF4AA522B764}" sibTransId="{4A87BE4F-1AE6-41FE-BA7C-2F3FCC8C016B}"/>
    <dgm:cxn modelId="{CD886616-369B-40A6-87C2-B0B170805B34}" type="presOf" srcId="{DAD5229A-510F-4EFE-95B5-BD073C4D471A}" destId="{2A4975F9-BE19-426E-964E-83E5DE48334F}" srcOrd="0" destOrd="1" presId="urn:microsoft.com/office/officeart/2005/8/layout/rings+Icon"/>
    <dgm:cxn modelId="{995A2458-24D4-4F86-8BA9-C1D663DC252E}" srcId="{E3C99051-B908-40BA-8F13-1CBF618D6C04}" destId="{F5092A8A-929C-4A75-A13E-820F3E32E944}" srcOrd="0" destOrd="0" parTransId="{749BD484-CB9A-4B56-9EDD-80352B1EC745}" sibTransId="{9BF1AF8D-4444-4D4B-B525-B8174E96B50E}"/>
    <dgm:cxn modelId="{A68F2444-D448-40A4-96E7-9D9DD5F3C5AD}" type="presOf" srcId="{6F619E1C-C117-4883-BD04-0A2DC24CBE16}" destId="{0100ED25-F1B8-4949-88F4-7A0ED8506089}" srcOrd="0" destOrd="0" presId="urn:microsoft.com/office/officeart/2005/8/layout/rings+Icon"/>
    <dgm:cxn modelId="{592B3697-0844-406D-B816-DD0E9BBF9CE8}" srcId="{6F619E1C-C117-4883-BD04-0A2DC24CBE16}" destId="{FDCADAC4-A871-4C34-ACBE-718613F885E9}" srcOrd="0" destOrd="0" parTransId="{B21A3A1F-A220-442C-B8EF-31F6BB55C9EA}" sibTransId="{27047E48-60EC-4C4C-87B2-5A4EAB622AB8}"/>
    <dgm:cxn modelId="{63CA79CA-A0BF-4A79-B761-FE9F480C5173}" type="presOf" srcId="{57D3D717-D6F7-4A91-9141-2624F71832B0}" destId="{2A4975F9-BE19-426E-964E-83E5DE48334F}" srcOrd="0" destOrd="2" presId="urn:microsoft.com/office/officeart/2005/8/layout/rings+Icon"/>
    <dgm:cxn modelId="{657E16C9-1077-4A5B-A516-1C16B19CAFCA}" type="presOf" srcId="{66F2D042-06B9-467A-967A-988A535D267C}" destId="{CCAC2564-909E-402A-BF5E-721721F282A2}" srcOrd="0" destOrd="1" presId="urn:microsoft.com/office/officeart/2005/8/layout/rings+Icon"/>
    <dgm:cxn modelId="{E820681A-6C7E-4C60-BB81-2F1035AAA486}" type="presOf" srcId="{BC47EEF6-DA10-472D-A015-F211B01BB6D8}" destId="{0100ED25-F1B8-4949-88F4-7A0ED8506089}" srcOrd="0" destOrd="2" presId="urn:microsoft.com/office/officeart/2005/8/layout/rings+Icon"/>
    <dgm:cxn modelId="{FEC934C6-C042-4C27-8E64-D9E92B499042}" type="presOf" srcId="{F5092A8A-929C-4A75-A13E-820F3E32E944}" destId="{E6427F3C-CA24-4619-A3D9-20E811EC4566}" srcOrd="0" destOrd="1" presId="urn:microsoft.com/office/officeart/2005/8/layout/rings+Icon"/>
    <dgm:cxn modelId="{A910A812-D806-4FEC-B1B6-E019D256DA73}" type="presOf" srcId="{FDCADAC4-A871-4C34-ACBE-718613F885E9}" destId="{0100ED25-F1B8-4949-88F4-7A0ED8506089}" srcOrd="0" destOrd="1" presId="urn:microsoft.com/office/officeart/2005/8/layout/rings+Icon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8C65FAD6-D000-4397-8386-E340537776C2}" srcId="{A7DD5A52-0FD8-4C4E-8180-647CFBDB580E}" destId="{66F2D042-06B9-467A-967A-988A535D267C}" srcOrd="0" destOrd="0" parTransId="{01E2028A-2C18-449C-AEB6-156A1CAD2FA7}" sibTransId="{6C248FA2-F378-44CC-96E7-785A266D19C2}"/>
    <dgm:cxn modelId="{19D8056C-88EC-4388-8BAD-FD06D0F0D0FE}" type="presOf" srcId="{5579AF76-A9BA-43D6-B7D3-6AD30F850EBC}" destId="{E6427F3C-CA24-4619-A3D9-20E811EC4566}" srcOrd="0" destOrd="2" presId="urn:microsoft.com/office/officeart/2005/8/layout/rings+Icon"/>
    <dgm:cxn modelId="{9A793090-819B-4A9E-8ED6-6373B1FD5243}" type="presOf" srcId="{A7DD5A52-0FD8-4C4E-8180-647CFBDB580E}" destId="{CCAC2564-909E-402A-BF5E-721721F282A2}" srcOrd="0" destOrd="0" presId="urn:microsoft.com/office/officeart/2005/8/layout/rings+Icon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445E98A0-3070-4D10-B054-122197DB9857}" srcId="{D84089FE-72D4-4EA9-BF92-E516CF44997D}" destId="{DE117448-15A4-4410-9E73-B73D0EBC5683}" srcOrd="0" destOrd="0" parTransId="{89844686-7A08-42A5-81C3-B956BAEA1328}" sibTransId="{EEBE54F2-3BBA-4F03-B105-E3D5C6044D7C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4CC20E16-9E1F-4FC6-AE9D-EEF01015124B}" type="presOf" srcId="{E3C99051-B908-40BA-8F13-1CBF618D6C04}" destId="{E6427F3C-CA24-4619-A3D9-20E811EC4566}" srcOrd="0" destOrd="0" presId="urn:microsoft.com/office/officeart/2005/8/layout/rings+Icon"/>
    <dgm:cxn modelId="{F41E5C47-C507-4702-8873-146311F3AA72}" srcId="{E3C99051-B908-40BA-8F13-1CBF618D6C04}" destId="{5579AF76-A9BA-43D6-B7D3-6AD30F850EBC}" srcOrd="1" destOrd="0" parTransId="{CCA9AF80-B05B-474F-86BA-2315E74406C0}" sibTransId="{8499710F-7FF5-47F0-8489-20A1A64EEE31}"/>
    <dgm:cxn modelId="{7ED14909-A629-4F36-8232-9491088CC593}" type="presOf" srcId="{C57A8CF6-5BAF-4B08-8DFE-80F250649B9B}" destId="{CCAC2564-909E-402A-BF5E-721721F282A2}" srcOrd="0" destOrd="2" presId="urn:microsoft.com/office/officeart/2005/8/layout/rings+Icon"/>
    <dgm:cxn modelId="{25EBDAAD-2B00-4E43-BFF6-DFC05DC316F7}" type="presOf" srcId="{1E333C18-614B-4AF2-9379-072BAB2B0C9F}" destId="{96858C06-CF40-4C3F-B590-8582DAFB93E6}" srcOrd="0" destOrd="2" presId="urn:microsoft.com/office/officeart/2005/8/layout/rings+Icon"/>
    <dgm:cxn modelId="{4504E5D7-2A83-4294-8B4E-37722D1E0FC4}" srcId="{6F619E1C-C117-4883-BD04-0A2DC24CBE16}" destId="{BC47EEF6-DA10-472D-A015-F211B01BB6D8}" srcOrd="1" destOrd="0" parTransId="{22FE6114-A2FC-4ECE-8483-416DD370710D}" sibTransId="{A1FE5879-34FC-4C59-B531-C332C96E7A54}"/>
    <dgm:cxn modelId="{CB400D0D-BB8D-4D20-94E5-F089F937365F}" type="presOf" srcId="{2E6B41D1-4B9C-4054-AB41-C6262C107A0A}" destId="{2A4975F9-BE19-426E-964E-83E5DE48334F}" srcOrd="0" destOrd="0" presId="urn:microsoft.com/office/officeart/2005/8/layout/rings+Icon"/>
    <dgm:cxn modelId="{793FD4E9-29D4-4922-9A07-9DF90821ACB0}" type="presOf" srcId="{9E96FF71-DB9B-43DE-BE7F-19ADA51ADA90}" destId="{7A1F4EAB-F736-4935-8A46-9784FDCF9F3E}" srcOrd="0" destOrd="0" presId="urn:microsoft.com/office/officeart/2005/8/layout/rings+Icon"/>
    <dgm:cxn modelId="{17D67871-8B19-49F2-A269-10D7A6A52694}" type="presParOf" srcId="{7A1F4EAB-F736-4935-8A46-9784FDCF9F3E}" destId="{E6427F3C-CA24-4619-A3D9-20E811EC4566}" srcOrd="0" destOrd="0" presId="urn:microsoft.com/office/officeart/2005/8/layout/rings+Icon"/>
    <dgm:cxn modelId="{A1CA2831-5959-4AE0-9BCF-20DAE979250D}" type="presParOf" srcId="{7A1F4EAB-F736-4935-8A46-9784FDCF9F3E}" destId="{96858C06-CF40-4C3F-B590-8582DAFB93E6}" srcOrd="1" destOrd="0" presId="urn:microsoft.com/office/officeart/2005/8/layout/rings+Icon"/>
    <dgm:cxn modelId="{273A698D-5968-4F53-A92E-0F1BF88CA4CC}" type="presParOf" srcId="{7A1F4EAB-F736-4935-8A46-9784FDCF9F3E}" destId="{CCAC2564-909E-402A-BF5E-721721F282A2}" srcOrd="2" destOrd="0" presId="urn:microsoft.com/office/officeart/2005/8/layout/rings+Icon"/>
    <dgm:cxn modelId="{475CC3EC-D58E-4057-A119-16DB00B04DCD}" type="presParOf" srcId="{7A1F4EAB-F736-4935-8A46-9784FDCF9F3E}" destId="{2A4975F9-BE19-426E-964E-83E5DE48334F}" srcOrd="3" destOrd="0" presId="urn:microsoft.com/office/officeart/2005/8/layout/rings+Icon"/>
    <dgm:cxn modelId="{7A8A589B-F92B-42BC-A927-62BD56DA10F7}" type="presParOf" srcId="{7A1F4EAB-F736-4935-8A46-9784FDCF9F3E}" destId="{0100ED25-F1B8-4949-88F4-7A0ED8506089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5_2" csCatId="accent5" phldr="1"/>
      <dgm:spPr/>
    </dgm:pt>
    <dgm:pt modelId="{E3C99051-B908-40BA-8F13-1CBF618D6C0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Stückkosten </a:t>
          </a:r>
          <a:br>
            <a:rPr lang="de-DE" sz="1600" b="1" dirty="0" smtClean="0"/>
          </a:br>
          <a:r>
            <a:rPr lang="de-DE" sz="1600" b="1" dirty="0" smtClean="0"/>
            <a:t>reduzieren</a:t>
          </a:r>
          <a:endParaRPr lang="de-DE" sz="1600" b="1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4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400"/>
        </a:p>
      </dgm:t>
    </dgm:pt>
    <dgm:pt modelId="{D84089FE-72D4-4EA9-BF92-E516CF44997D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Ausfallzeiten </a:t>
          </a:r>
          <a:br>
            <a:rPr lang="de-DE" sz="1600" b="1" dirty="0" smtClean="0"/>
          </a:br>
          <a:r>
            <a:rPr lang="de-DE" sz="1600" b="1" dirty="0" smtClean="0"/>
            <a:t>senken</a:t>
          </a:r>
          <a:endParaRPr lang="de-DE" sz="1600" b="1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4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400"/>
        </a:p>
      </dgm:t>
    </dgm:pt>
    <dgm:pt modelId="{A7DD5A52-0FD8-4C4E-8180-647CFBDB580E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Qualität </a:t>
          </a:r>
          <a:br>
            <a:rPr lang="de-DE" sz="1600" b="1" dirty="0" smtClean="0"/>
          </a:br>
          <a:r>
            <a:rPr lang="de-DE" sz="1600" b="1" dirty="0" smtClean="0"/>
            <a:t>verbessern</a:t>
          </a:r>
          <a:endParaRPr lang="de-DE" sz="1600" b="1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4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400"/>
        </a:p>
      </dgm:t>
    </dgm:pt>
    <dgm:pt modelId="{2E6B41D1-4B9C-4054-AB41-C6262C107A0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noProof="1" smtClean="0"/>
            <a:t>Kundenzufrieden-heit erhöhen</a:t>
          </a:r>
          <a:endParaRPr lang="de-DE" sz="1600" b="1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4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400"/>
        </a:p>
      </dgm:t>
    </dgm:pt>
    <dgm:pt modelId="{F5092A8A-929C-4A75-A13E-820F3E32E94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749BD484-CB9A-4B56-9EDD-80352B1EC745}" type="parTrans" cxnId="{995A2458-24D4-4F86-8BA9-C1D663DC252E}">
      <dgm:prSet/>
      <dgm:spPr/>
      <dgm:t>
        <a:bodyPr/>
        <a:lstStyle/>
        <a:p>
          <a:endParaRPr lang="de-DE" sz="1400"/>
        </a:p>
      </dgm:t>
    </dgm:pt>
    <dgm:pt modelId="{9BF1AF8D-4444-4D4B-B525-B8174E96B50E}" type="sibTrans" cxnId="{995A2458-24D4-4F86-8BA9-C1D663DC252E}">
      <dgm:prSet/>
      <dgm:spPr/>
      <dgm:t>
        <a:bodyPr/>
        <a:lstStyle/>
        <a:p>
          <a:endParaRPr lang="de-DE" sz="1400"/>
        </a:p>
      </dgm:t>
    </dgm:pt>
    <dgm:pt modelId="{5579AF76-A9BA-43D6-B7D3-6AD30F850EB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CCA9AF80-B05B-474F-86BA-2315E74406C0}" type="parTrans" cxnId="{F41E5C47-C507-4702-8873-146311F3AA72}">
      <dgm:prSet/>
      <dgm:spPr/>
      <dgm:t>
        <a:bodyPr/>
        <a:lstStyle/>
        <a:p>
          <a:endParaRPr lang="de-DE" sz="1400"/>
        </a:p>
      </dgm:t>
    </dgm:pt>
    <dgm:pt modelId="{8499710F-7FF5-47F0-8489-20A1A64EEE31}" type="sibTrans" cxnId="{F41E5C47-C507-4702-8873-146311F3AA72}">
      <dgm:prSet/>
      <dgm:spPr/>
      <dgm:t>
        <a:bodyPr/>
        <a:lstStyle/>
        <a:p>
          <a:endParaRPr lang="de-DE" sz="1400"/>
        </a:p>
      </dgm:t>
    </dgm:pt>
    <dgm:pt modelId="{DE117448-15A4-4410-9E73-B73D0EBC5683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89844686-7A08-42A5-81C3-B956BAEA1328}" type="parTrans" cxnId="{445E98A0-3070-4D10-B054-122197DB9857}">
      <dgm:prSet/>
      <dgm:spPr/>
      <dgm:t>
        <a:bodyPr/>
        <a:lstStyle/>
        <a:p>
          <a:endParaRPr lang="de-DE" sz="1400"/>
        </a:p>
      </dgm:t>
    </dgm:pt>
    <dgm:pt modelId="{EEBE54F2-3BBA-4F03-B105-E3D5C6044D7C}" type="sibTrans" cxnId="{445E98A0-3070-4D10-B054-122197DB9857}">
      <dgm:prSet/>
      <dgm:spPr/>
      <dgm:t>
        <a:bodyPr/>
        <a:lstStyle/>
        <a:p>
          <a:endParaRPr lang="de-DE" sz="1400"/>
        </a:p>
      </dgm:t>
    </dgm:pt>
    <dgm:pt modelId="{1E333C18-614B-4AF2-9379-072BAB2B0C9F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581E98E0-C934-4CBF-9BDB-AF4AA522B764}" type="parTrans" cxnId="{0859ECBF-A81A-4187-B4B5-E89CF971BA23}">
      <dgm:prSet/>
      <dgm:spPr/>
      <dgm:t>
        <a:bodyPr/>
        <a:lstStyle/>
        <a:p>
          <a:endParaRPr lang="de-DE" sz="1400"/>
        </a:p>
      </dgm:t>
    </dgm:pt>
    <dgm:pt modelId="{4A87BE4F-1AE6-41FE-BA7C-2F3FCC8C016B}" type="sibTrans" cxnId="{0859ECBF-A81A-4187-B4B5-E89CF971BA23}">
      <dgm:prSet/>
      <dgm:spPr/>
      <dgm:t>
        <a:bodyPr/>
        <a:lstStyle/>
        <a:p>
          <a:endParaRPr lang="de-DE" sz="1400"/>
        </a:p>
      </dgm:t>
    </dgm:pt>
    <dgm:pt modelId="{66F2D042-06B9-467A-967A-988A535D267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01E2028A-2C18-449C-AEB6-156A1CAD2FA7}" type="parTrans" cxnId="{8C65FAD6-D000-4397-8386-E340537776C2}">
      <dgm:prSet/>
      <dgm:spPr/>
      <dgm:t>
        <a:bodyPr/>
        <a:lstStyle/>
        <a:p>
          <a:endParaRPr lang="de-DE" sz="1400"/>
        </a:p>
      </dgm:t>
    </dgm:pt>
    <dgm:pt modelId="{6C248FA2-F378-44CC-96E7-785A266D19C2}" type="sibTrans" cxnId="{8C65FAD6-D000-4397-8386-E340537776C2}">
      <dgm:prSet/>
      <dgm:spPr/>
      <dgm:t>
        <a:bodyPr/>
        <a:lstStyle/>
        <a:p>
          <a:endParaRPr lang="de-DE" sz="1400"/>
        </a:p>
      </dgm:t>
    </dgm:pt>
    <dgm:pt modelId="{C57A8CF6-5BAF-4B08-8DFE-80F250649B9B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B4B4B194-5E95-4634-BA78-70F6F86E9F2B}" type="parTrans" cxnId="{A0A8E856-86DE-4C31-945E-7262606CA9D0}">
      <dgm:prSet/>
      <dgm:spPr/>
      <dgm:t>
        <a:bodyPr/>
        <a:lstStyle/>
        <a:p>
          <a:endParaRPr lang="de-DE" sz="1400"/>
        </a:p>
      </dgm:t>
    </dgm:pt>
    <dgm:pt modelId="{15C56E74-AD0F-4EF8-8D73-2287FFBE7D30}" type="sibTrans" cxnId="{A0A8E856-86DE-4C31-945E-7262606CA9D0}">
      <dgm:prSet/>
      <dgm:spPr/>
      <dgm:t>
        <a:bodyPr/>
        <a:lstStyle/>
        <a:p>
          <a:endParaRPr lang="de-DE" sz="1400"/>
        </a:p>
      </dgm:t>
    </dgm:pt>
    <dgm:pt modelId="{DAD5229A-510F-4EFE-95B5-BD073C4D471A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noProof="1"/>
        </a:p>
      </dgm:t>
    </dgm:pt>
    <dgm:pt modelId="{B21D1822-73C6-4DC9-8B6B-40CBAFA65E25}" type="parTrans" cxnId="{19D75C01-4037-4D51-BE1F-D22DE2B91BE7}">
      <dgm:prSet/>
      <dgm:spPr/>
      <dgm:t>
        <a:bodyPr/>
        <a:lstStyle/>
        <a:p>
          <a:endParaRPr lang="de-DE" sz="1400"/>
        </a:p>
      </dgm:t>
    </dgm:pt>
    <dgm:pt modelId="{4AEA3B5D-1375-490A-B637-9A718A3E43BB}" type="sibTrans" cxnId="{19D75C01-4037-4D51-BE1F-D22DE2B91BE7}">
      <dgm:prSet/>
      <dgm:spPr/>
      <dgm:t>
        <a:bodyPr/>
        <a:lstStyle/>
        <a:p>
          <a:endParaRPr lang="de-DE" sz="1400"/>
        </a:p>
      </dgm:t>
    </dgm:pt>
    <dgm:pt modelId="{57D3D717-D6F7-4A91-9141-2624F71832B0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noProof="1"/>
        </a:p>
      </dgm:t>
    </dgm:pt>
    <dgm:pt modelId="{84E65E59-BE6A-4A33-8F16-8EB1570406CE}" type="parTrans" cxnId="{F4FE8D10-FCD8-42DB-B1A7-FE3485106D68}">
      <dgm:prSet/>
      <dgm:spPr/>
      <dgm:t>
        <a:bodyPr/>
        <a:lstStyle/>
        <a:p>
          <a:endParaRPr lang="de-DE" sz="1400"/>
        </a:p>
      </dgm:t>
    </dgm:pt>
    <dgm:pt modelId="{3D1967F8-35F0-403F-960E-726AA9E2AF6B}" type="sibTrans" cxnId="{F4FE8D10-FCD8-42DB-B1A7-FE3485106D68}">
      <dgm:prSet/>
      <dgm:spPr/>
      <dgm:t>
        <a:bodyPr/>
        <a:lstStyle/>
        <a:p>
          <a:endParaRPr lang="de-DE" sz="1400"/>
        </a:p>
      </dgm:t>
    </dgm:pt>
    <dgm:pt modelId="{6F619E1C-C117-4883-BD04-0A2DC24CBE16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600" b="1" noProof="1" smtClean="0"/>
            <a:t>Qualifizierungsniveau</a:t>
          </a:r>
          <a:br>
            <a:rPr lang="de-DE" sz="1600" b="1" noProof="1" smtClean="0"/>
          </a:br>
          <a:r>
            <a:rPr lang="de-DE" sz="1600" b="1" noProof="1" smtClean="0"/>
            <a:t>anheben</a:t>
          </a:r>
          <a:endParaRPr lang="de-DE" sz="1600" b="1" noProof="1"/>
        </a:p>
      </dgm:t>
    </dgm:pt>
    <dgm:pt modelId="{50A89971-E276-4A2C-98B7-50B8843EBEB6}" type="parTrans" cxnId="{17C1C9A4-B521-40F0-8AF1-969CEF2E3F1F}">
      <dgm:prSet/>
      <dgm:spPr/>
      <dgm:t>
        <a:bodyPr/>
        <a:lstStyle/>
        <a:p>
          <a:endParaRPr lang="de-DE"/>
        </a:p>
      </dgm:t>
    </dgm:pt>
    <dgm:pt modelId="{4B7E4E06-694E-464A-90C4-F3F2A7AB10F7}" type="sibTrans" cxnId="{17C1C9A4-B521-40F0-8AF1-969CEF2E3F1F}">
      <dgm:prSet/>
      <dgm:spPr/>
      <dgm:t>
        <a:bodyPr/>
        <a:lstStyle/>
        <a:p>
          <a:endParaRPr lang="de-DE"/>
        </a:p>
      </dgm:t>
    </dgm:pt>
    <dgm:pt modelId="{FDCADAC4-A871-4C34-ACBE-718613F885E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1</a:t>
          </a:r>
          <a:endParaRPr lang="de-DE" sz="1400" noProof="1"/>
        </a:p>
      </dgm:t>
    </dgm:pt>
    <dgm:pt modelId="{B21A3A1F-A220-442C-B8EF-31F6BB55C9EA}" type="parTrans" cxnId="{592B3697-0844-406D-B816-DD0E9BBF9CE8}">
      <dgm:prSet/>
      <dgm:spPr/>
      <dgm:t>
        <a:bodyPr/>
        <a:lstStyle/>
        <a:p>
          <a:endParaRPr lang="de-DE"/>
        </a:p>
      </dgm:t>
    </dgm:pt>
    <dgm:pt modelId="{27047E48-60EC-4C4C-87B2-5A4EAB622AB8}" type="sibTrans" cxnId="{592B3697-0844-406D-B816-DD0E9BBF9CE8}">
      <dgm:prSet/>
      <dgm:spPr/>
      <dgm:t>
        <a:bodyPr/>
        <a:lstStyle/>
        <a:p>
          <a:endParaRPr lang="de-DE"/>
        </a:p>
      </dgm:t>
    </dgm:pt>
    <dgm:pt modelId="{BC47EEF6-DA10-472D-A015-F211B01BB6D8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2</a:t>
          </a:r>
          <a:endParaRPr lang="de-DE" sz="1400" noProof="1"/>
        </a:p>
      </dgm:t>
    </dgm:pt>
    <dgm:pt modelId="{22FE6114-A2FC-4ECE-8483-416DD370710D}" type="parTrans" cxnId="{4504E5D7-2A83-4294-8B4E-37722D1E0FC4}">
      <dgm:prSet/>
      <dgm:spPr/>
      <dgm:t>
        <a:bodyPr/>
        <a:lstStyle/>
        <a:p>
          <a:endParaRPr lang="de-DE"/>
        </a:p>
      </dgm:t>
    </dgm:pt>
    <dgm:pt modelId="{A1FE5879-34FC-4C59-B531-C332C96E7A54}" type="sibTrans" cxnId="{4504E5D7-2A83-4294-8B4E-37722D1E0FC4}">
      <dgm:prSet/>
      <dgm:spPr/>
      <dgm:t>
        <a:bodyPr/>
        <a:lstStyle/>
        <a:p>
          <a:endParaRPr lang="de-DE"/>
        </a:p>
      </dgm:t>
    </dgm:pt>
    <dgm:pt modelId="{7A1F4EAB-F736-4935-8A46-9784FDCF9F3E}" type="pres">
      <dgm:prSet presAssocID="{9E96FF71-DB9B-43DE-BE7F-19ADA51ADA90}" presName="Name0" presStyleCnt="0">
        <dgm:presLayoutVars>
          <dgm:chMax val="7"/>
          <dgm:dir/>
          <dgm:resizeHandles val="exact"/>
        </dgm:presLayoutVars>
      </dgm:prSet>
      <dgm:spPr/>
    </dgm:pt>
    <dgm:pt modelId="{E6427F3C-CA24-4619-A3D9-20E811EC4566}" type="pres">
      <dgm:prSet presAssocID="{9E96FF71-DB9B-43DE-BE7F-19ADA51ADA90}" presName="ellipse1" presStyleLbl="venn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858C06-CF40-4C3F-B590-8582DAFB93E6}" type="pres">
      <dgm:prSet presAssocID="{9E96FF71-DB9B-43DE-BE7F-19ADA51ADA90}" presName="ellipse2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AC2564-909E-402A-BF5E-721721F282A2}" type="pres">
      <dgm:prSet presAssocID="{9E96FF71-DB9B-43DE-BE7F-19ADA51ADA90}" presName="ellipse3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A4975F9-BE19-426E-964E-83E5DE48334F}" type="pres">
      <dgm:prSet presAssocID="{9E96FF71-DB9B-43DE-BE7F-19ADA51ADA90}" presName="ellipse4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100ED25-F1B8-4949-88F4-7A0ED8506089}" type="pres">
      <dgm:prSet presAssocID="{9E96FF71-DB9B-43DE-BE7F-19ADA51ADA90}" presName="ellipse5" presStyleLbl="vennNode1" presStyleIdx="4" presStyleCnt="5" custLinFactNeighborX="1755" custLinFactNeighborY="-161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23EB07D6-213A-4B4E-BA73-172E21031E04}" type="presOf" srcId="{FDCADAC4-A871-4C34-ACBE-718613F885E9}" destId="{0100ED25-F1B8-4949-88F4-7A0ED8506089}" srcOrd="0" destOrd="1" presId="urn:microsoft.com/office/officeart/2005/8/layout/rings+Icon"/>
    <dgm:cxn modelId="{3F1A9E48-7CBB-48EE-8E89-D2694F0870E8}" type="presOf" srcId="{E3C99051-B908-40BA-8F13-1CBF618D6C04}" destId="{E6427F3C-CA24-4619-A3D9-20E811EC4566}" srcOrd="0" destOrd="0" presId="urn:microsoft.com/office/officeart/2005/8/layout/rings+Icon"/>
    <dgm:cxn modelId="{DAB59EB0-FCB9-48BD-8641-F84F32F1BAF9}" type="presOf" srcId="{BC47EEF6-DA10-472D-A015-F211B01BB6D8}" destId="{0100ED25-F1B8-4949-88F4-7A0ED8506089}" srcOrd="0" destOrd="2" presId="urn:microsoft.com/office/officeart/2005/8/layout/rings+Icon"/>
    <dgm:cxn modelId="{F4FE8D10-FCD8-42DB-B1A7-FE3485106D68}" srcId="{2E6B41D1-4B9C-4054-AB41-C6262C107A0A}" destId="{57D3D717-D6F7-4A91-9141-2624F71832B0}" srcOrd="1" destOrd="0" parTransId="{84E65E59-BE6A-4A33-8F16-8EB1570406CE}" sibTransId="{3D1967F8-35F0-403F-960E-726AA9E2AF6B}"/>
    <dgm:cxn modelId="{A0A8E856-86DE-4C31-945E-7262606CA9D0}" srcId="{A7DD5A52-0FD8-4C4E-8180-647CFBDB580E}" destId="{C57A8CF6-5BAF-4B08-8DFE-80F250649B9B}" srcOrd="1" destOrd="0" parTransId="{B4B4B194-5E95-4634-BA78-70F6F86E9F2B}" sibTransId="{15C56E74-AD0F-4EF8-8D73-2287FFBE7D30}"/>
    <dgm:cxn modelId="{19D75C01-4037-4D51-BE1F-D22DE2B91BE7}" srcId="{2E6B41D1-4B9C-4054-AB41-C6262C107A0A}" destId="{DAD5229A-510F-4EFE-95B5-BD073C4D471A}" srcOrd="0" destOrd="0" parTransId="{B21D1822-73C6-4DC9-8B6B-40CBAFA65E25}" sibTransId="{4AEA3B5D-1375-490A-B637-9A718A3E43BB}"/>
    <dgm:cxn modelId="{17C1C9A4-B521-40F0-8AF1-969CEF2E3F1F}" srcId="{9E96FF71-DB9B-43DE-BE7F-19ADA51ADA90}" destId="{6F619E1C-C117-4883-BD04-0A2DC24CBE16}" srcOrd="4" destOrd="0" parTransId="{50A89971-E276-4A2C-98B7-50B8843EBEB6}" sibTransId="{4B7E4E06-694E-464A-90C4-F3F2A7AB10F7}"/>
    <dgm:cxn modelId="{BA3A8065-7D73-42D0-9895-B635A5DF31F3}" type="presOf" srcId="{5579AF76-A9BA-43D6-B7D3-6AD30F850EBC}" destId="{E6427F3C-CA24-4619-A3D9-20E811EC4566}" srcOrd="0" destOrd="2" presId="urn:microsoft.com/office/officeart/2005/8/layout/rings+Icon"/>
    <dgm:cxn modelId="{0859ECBF-A81A-4187-B4B5-E89CF971BA23}" srcId="{D84089FE-72D4-4EA9-BF92-E516CF44997D}" destId="{1E333C18-614B-4AF2-9379-072BAB2B0C9F}" srcOrd="1" destOrd="0" parTransId="{581E98E0-C934-4CBF-9BDB-AF4AA522B764}" sibTransId="{4A87BE4F-1AE6-41FE-BA7C-2F3FCC8C016B}"/>
    <dgm:cxn modelId="{2A718348-1714-4CEA-A94F-248D5D94B831}" type="presOf" srcId="{F5092A8A-929C-4A75-A13E-820F3E32E944}" destId="{E6427F3C-CA24-4619-A3D9-20E811EC4566}" srcOrd="0" destOrd="1" presId="urn:microsoft.com/office/officeart/2005/8/layout/rings+Icon"/>
    <dgm:cxn modelId="{995A2458-24D4-4F86-8BA9-C1D663DC252E}" srcId="{E3C99051-B908-40BA-8F13-1CBF618D6C04}" destId="{F5092A8A-929C-4A75-A13E-820F3E32E944}" srcOrd="0" destOrd="0" parTransId="{749BD484-CB9A-4B56-9EDD-80352B1EC745}" sibTransId="{9BF1AF8D-4444-4D4B-B525-B8174E96B50E}"/>
    <dgm:cxn modelId="{0B4AC9CE-EA3D-4227-A7CA-63064343C94E}" type="presOf" srcId="{DAD5229A-510F-4EFE-95B5-BD073C4D471A}" destId="{2A4975F9-BE19-426E-964E-83E5DE48334F}" srcOrd="0" destOrd="1" presId="urn:microsoft.com/office/officeart/2005/8/layout/rings+Icon"/>
    <dgm:cxn modelId="{D739C6B6-463F-4882-B352-79AA81FB22E5}" type="presOf" srcId="{DE117448-15A4-4410-9E73-B73D0EBC5683}" destId="{96858C06-CF40-4C3F-B590-8582DAFB93E6}" srcOrd="0" destOrd="1" presId="urn:microsoft.com/office/officeart/2005/8/layout/rings+Icon"/>
    <dgm:cxn modelId="{ED736FD2-F471-4B38-B7B3-CBBACFC317A2}" type="presOf" srcId="{6F619E1C-C117-4883-BD04-0A2DC24CBE16}" destId="{0100ED25-F1B8-4949-88F4-7A0ED8506089}" srcOrd="0" destOrd="0" presId="urn:microsoft.com/office/officeart/2005/8/layout/rings+Icon"/>
    <dgm:cxn modelId="{592B3697-0844-406D-B816-DD0E9BBF9CE8}" srcId="{6F619E1C-C117-4883-BD04-0A2DC24CBE16}" destId="{FDCADAC4-A871-4C34-ACBE-718613F885E9}" srcOrd="0" destOrd="0" parTransId="{B21A3A1F-A220-442C-B8EF-31F6BB55C9EA}" sibTransId="{27047E48-60EC-4C4C-87B2-5A4EAB622AB8}"/>
    <dgm:cxn modelId="{F7B92D39-8A01-4ECC-9EA5-3E46229A9129}" type="presOf" srcId="{D84089FE-72D4-4EA9-BF92-E516CF44997D}" destId="{96858C06-CF40-4C3F-B590-8582DAFB93E6}" srcOrd="0" destOrd="0" presId="urn:microsoft.com/office/officeart/2005/8/layout/rings+Icon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8C65FAD6-D000-4397-8386-E340537776C2}" srcId="{A7DD5A52-0FD8-4C4E-8180-647CFBDB580E}" destId="{66F2D042-06B9-467A-967A-988A535D267C}" srcOrd="0" destOrd="0" parTransId="{01E2028A-2C18-449C-AEB6-156A1CAD2FA7}" sibTransId="{6C248FA2-F378-44CC-96E7-785A266D19C2}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445E98A0-3070-4D10-B054-122197DB9857}" srcId="{D84089FE-72D4-4EA9-BF92-E516CF44997D}" destId="{DE117448-15A4-4410-9E73-B73D0EBC5683}" srcOrd="0" destOrd="0" parTransId="{89844686-7A08-42A5-81C3-B956BAEA1328}" sibTransId="{EEBE54F2-3BBA-4F03-B105-E3D5C6044D7C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1FEADBFF-6B32-46ED-9913-C80061CDA171}" type="presOf" srcId="{66F2D042-06B9-467A-967A-988A535D267C}" destId="{CCAC2564-909E-402A-BF5E-721721F282A2}" srcOrd="0" destOrd="1" presId="urn:microsoft.com/office/officeart/2005/8/layout/rings+Icon"/>
    <dgm:cxn modelId="{25A35818-DE33-4396-B048-F71D65744B89}" type="presOf" srcId="{9E96FF71-DB9B-43DE-BE7F-19ADA51ADA90}" destId="{7A1F4EAB-F736-4935-8A46-9784FDCF9F3E}" srcOrd="0" destOrd="0" presId="urn:microsoft.com/office/officeart/2005/8/layout/rings+Icon"/>
    <dgm:cxn modelId="{F41E5C47-C507-4702-8873-146311F3AA72}" srcId="{E3C99051-B908-40BA-8F13-1CBF618D6C04}" destId="{5579AF76-A9BA-43D6-B7D3-6AD30F850EBC}" srcOrd="1" destOrd="0" parTransId="{CCA9AF80-B05B-474F-86BA-2315E74406C0}" sibTransId="{8499710F-7FF5-47F0-8489-20A1A64EEE31}"/>
    <dgm:cxn modelId="{63C3438A-1739-4050-A9D1-76A0A67D2682}" type="presOf" srcId="{A7DD5A52-0FD8-4C4E-8180-647CFBDB580E}" destId="{CCAC2564-909E-402A-BF5E-721721F282A2}" srcOrd="0" destOrd="0" presId="urn:microsoft.com/office/officeart/2005/8/layout/rings+Icon"/>
    <dgm:cxn modelId="{3897C612-45C1-40F7-9669-34A486EA0939}" type="presOf" srcId="{C57A8CF6-5BAF-4B08-8DFE-80F250649B9B}" destId="{CCAC2564-909E-402A-BF5E-721721F282A2}" srcOrd="0" destOrd="2" presId="urn:microsoft.com/office/officeart/2005/8/layout/rings+Icon"/>
    <dgm:cxn modelId="{4504E5D7-2A83-4294-8B4E-37722D1E0FC4}" srcId="{6F619E1C-C117-4883-BD04-0A2DC24CBE16}" destId="{BC47EEF6-DA10-472D-A015-F211B01BB6D8}" srcOrd="1" destOrd="0" parTransId="{22FE6114-A2FC-4ECE-8483-416DD370710D}" sibTransId="{A1FE5879-34FC-4C59-B531-C332C96E7A54}"/>
    <dgm:cxn modelId="{9D9261AE-EA90-4897-85A5-5801F20DE6F5}" type="presOf" srcId="{2E6B41D1-4B9C-4054-AB41-C6262C107A0A}" destId="{2A4975F9-BE19-426E-964E-83E5DE48334F}" srcOrd="0" destOrd="0" presId="urn:microsoft.com/office/officeart/2005/8/layout/rings+Icon"/>
    <dgm:cxn modelId="{31435170-5135-4925-9725-CF6F25818B6C}" type="presOf" srcId="{1E333C18-614B-4AF2-9379-072BAB2B0C9F}" destId="{96858C06-CF40-4C3F-B590-8582DAFB93E6}" srcOrd="0" destOrd="2" presId="urn:microsoft.com/office/officeart/2005/8/layout/rings+Icon"/>
    <dgm:cxn modelId="{0E484024-D149-4DE7-B705-6622EE0E3E34}" type="presOf" srcId="{57D3D717-D6F7-4A91-9141-2624F71832B0}" destId="{2A4975F9-BE19-426E-964E-83E5DE48334F}" srcOrd="0" destOrd="2" presId="urn:microsoft.com/office/officeart/2005/8/layout/rings+Icon"/>
    <dgm:cxn modelId="{88D0CD1F-FBAB-40B9-A048-8CFB45A9B708}" type="presParOf" srcId="{7A1F4EAB-F736-4935-8A46-9784FDCF9F3E}" destId="{E6427F3C-CA24-4619-A3D9-20E811EC4566}" srcOrd="0" destOrd="0" presId="urn:microsoft.com/office/officeart/2005/8/layout/rings+Icon"/>
    <dgm:cxn modelId="{F10CDBF4-B2F8-4091-83C7-198B9797C4A7}" type="presParOf" srcId="{7A1F4EAB-F736-4935-8A46-9784FDCF9F3E}" destId="{96858C06-CF40-4C3F-B590-8582DAFB93E6}" srcOrd="1" destOrd="0" presId="urn:microsoft.com/office/officeart/2005/8/layout/rings+Icon"/>
    <dgm:cxn modelId="{A96C1EB7-BB00-4F3C-A87B-5A39586C8E08}" type="presParOf" srcId="{7A1F4EAB-F736-4935-8A46-9784FDCF9F3E}" destId="{CCAC2564-909E-402A-BF5E-721721F282A2}" srcOrd="2" destOrd="0" presId="urn:microsoft.com/office/officeart/2005/8/layout/rings+Icon"/>
    <dgm:cxn modelId="{C671304B-E6F3-4F3D-883B-D40556014C8C}" type="presParOf" srcId="{7A1F4EAB-F736-4935-8A46-9784FDCF9F3E}" destId="{2A4975F9-BE19-426E-964E-83E5DE48334F}" srcOrd="3" destOrd="0" presId="urn:microsoft.com/office/officeart/2005/8/layout/rings+Icon"/>
    <dgm:cxn modelId="{28EF3ACC-1D54-4EEC-8388-493A83129F8F}" type="presParOf" srcId="{7A1F4EAB-F736-4935-8A46-9784FDCF9F3E}" destId="{0100ED25-F1B8-4949-88F4-7A0ED8506089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E96FF71-DB9B-43DE-BE7F-19ADA51ADA90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5_2" csCatId="accent5" phldr="1"/>
      <dgm:spPr/>
    </dgm:pt>
    <dgm:pt modelId="{E3C99051-B908-40BA-8F13-1CBF618D6C0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Stückkosten </a:t>
          </a:r>
          <a:br>
            <a:rPr lang="de-DE" sz="1600" b="1" dirty="0" smtClean="0"/>
          </a:br>
          <a:r>
            <a:rPr lang="de-DE" sz="1600" b="1" dirty="0" smtClean="0"/>
            <a:t>reduzieren</a:t>
          </a:r>
          <a:endParaRPr lang="de-DE" sz="1600" b="1" dirty="0"/>
        </a:p>
      </dgm:t>
    </dgm:pt>
    <dgm:pt modelId="{E4FEE850-F68E-447E-B2C3-7BCCB57742C7}" type="parTrans" cxnId="{DFF80694-CBBD-463C-830E-2959DFFAFF27}">
      <dgm:prSet/>
      <dgm:spPr/>
      <dgm:t>
        <a:bodyPr/>
        <a:lstStyle/>
        <a:p>
          <a:endParaRPr lang="de-DE" sz="1400"/>
        </a:p>
      </dgm:t>
    </dgm:pt>
    <dgm:pt modelId="{542A3569-5FCA-40F6-86EE-720A521F8A7E}" type="sibTrans" cxnId="{DFF80694-CBBD-463C-830E-2959DFFAFF27}">
      <dgm:prSet/>
      <dgm:spPr/>
      <dgm:t>
        <a:bodyPr/>
        <a:lstStyle/>
        <a:p>
          <a:endParaRPr lang="de-DE" sz="1400"/>
        </a:p>
      </dgm:t>
    </dgm:pt>
    <dgm:pt modelId="{D84089FE-72D4-4EA9-BF92-E516CF44997D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Ausfallzeiten </a:t>
          </a:r>
          <a:br>
            <a:rPr lang="de-DE" sz="1600" b="1" dirty="0" smtClean="0"/>
          </a:br>
          <a:r>
            <a:rPr lang="de-DE" sz="1600" b="1" dirty="0" smtClean="0"/>
            <a:t>senken</a:t>
          </a:r>
          <a:endParaRPr lang="de-DE" sz="1600" b="1" dirty="0"/>
        </a:p>
      </dgm:t>
    </dgm:pt>
    <dgm:pt modelId="{F15C7E5F-A2A4-46DF-B3C4-333AFB23CA98}" type="parTrans" cxnId="{088C262A-FCF9-4710-91A8-142A62180154}">
      <dgm:prSet/>
      <dgm:spPr/>
      <dgm:t>
        <a:bodyPr/>
        <a:lstStyle/>
        <a:p>
          <a:endParaRPr lang="de-DE" sz="1400"/>
        </a:p>
      </dgm:t>
    </dgm:pt>
    <dgm:pt modelId="{CD469AE3-4FF2-4A5C-8647-CB9F21453250}" type="sibTrans" cxnId="{088C262A-FCF9-4710-91A8-142A62180154}">
      <dgm:prSet/>
      <dgm:spPr/>
      <dgm:t>
        <a:bodyPr/>
        <a:lstStyle/>
        <a:p>
          <a:endParaRPr lang="de-DE" sz="1400"/>
        </a:p>
      </dgm:t>
    </dgm:pt>
    <dgm:pt modelId="{A7DD5A52-0FD8-4C4E-8180-647CFBDB580E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dirty="0" smtClean="0"/>
            <a:t>Qualität </a:t>
          </a:r>
          <a:br>
            <a:rPr lang="de-DE" sz="1600" b="1" dirty="0" smtClean="0"/>
          </a:br>
          <a:r>
            <a:rPr lang="de-DE" sz="1600" b="1" dirty="0" smtClean="0"/>
            <a:t>verbessern</a:t>
          </a:r>
          <a:endParaRPr lang="de-DE" sz="1600" b="1" dirty="0"/>
        </a:p>
      </dgm:t>
    </dgm:pt>
    <dgm:pt modelId="{48B88C88-F62A-4BBB-BAA6-1578E16AE116}" type="parTrans" cxnId="{F8B3AAD9-B63F-41F8-B9CB-DA20D443D510}">
      <dgm:prSet/>
      <dgm:spPr/>
      <dgm:t>
        <a:bodyPr/>
        <a:lstStyle/>
        <a:p>
          <a:endParaRPr lang="de-DE" sz="1400"/>
        </a:p>
      </dgm:t>
    </dgm:pt>
    <dgm:pt modelId="{60829666-1436-4617-9A81-D4B410256326}" type="sibTrans" cxnId="{F8B3AAD9-B63F-41F8-B9CB-DA20D443D510}">
      <dgm:prSet/>
      <dgm:spPr/>
      <dgm:t>
        <a:bodyPr/>
        <a:lstStyle/>
        <a:p>
          <a:endParaRPr lang="de-DE" sz="1400"/>
        </a:p>
      </dgm:t>
    </dgm:pt>
    <dgm:pt modelId="{2E6B41D1-4B9C-4054-AB41-C6262C107A0A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600" b="1" noProof="1" smtClean="0"/>
            <a:t>Kundenzufrieden-heit erhöhen</a:t>
          </a:r>
          <a:endParaRPr lang="de-DE" sz="1600" b="1" noProof="1"/>
        </a:p>
      </dgm:t>
    </dgm:pt>
    <dgm:pt modelId="{BE0B8B86-3812-4761-A4EB-F3155EF407C1}" type="parTrans" cxnId="{3AE8DA00-B595-43E6-AB50-57313EA4F082}">
      <dgm:prSet/>
      <dgm:spPr/>
      <dgm:t>
        <a:bodyPr/>
        <a:lstStyle/>
        <a:p>
          <a:endParaRPr lang="de-DE" sz="1400"/>
        </a:p>
      </dgm:t>
    </dgm:pt>
    <dgm:pt modelId="{17561CDD-FAD5-4600-AE51-8AFF7E6FB0AE}" type="sibTrans" cxnId="{3AE8DA00-B595-43E6-AB50-57313EA4F082}">
      <dgm:prSet/>
      <dgm:spPr/>
      <dgm:t>
        <a:bodyPr/>
        <a:lstStyle/>
        <a:p>
          <a:endParaRPr lang="de-DE" sz="1400"/>
        </a:p>
      </dgm:t>
    </dgm:pt>
    <dgm:pt modelId="{F5092A8A-929C-4A75-A13E-820F3E32E944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749BD484-CB9A-4B56-9EDD-80352B1EC745}" type="parTrans" cxnId="{995A2458-24D4-4F86-8BA9-C1D663DC252E}">
      <dgm:prSet/>
      <dgm:spPr/>
      <dgm:t>
        <a:bodyPr/>
        <a:lstStyle/>
        <a:p>
          <a:endParaRPr lang="de-DE" sz="1400"/>
        </a:p>
      </dgm:t>
    </dgm:pt>
    <dgm:pt modelId="{9BF1AF8D-4444-4D4B-B525-B8174E96B50E}" type="sibTrans" cxnId="{995A2458-24D4-4F86-8BA9-C1D663DC252E}">
      <dgm:prSet/>
      <dgm:spPr/>
      <dgm:t>
        <a:bodyPr/>
        <a:lstStyle/>
        <a:p>
          <a:endParaRPr lang="de-DE" sz="1400"/>
        </a:p>
      </dgm:t>
    </dgm:pt>
    <dgm:pt modelId="{5579AF76-A9BA-43D6-B7D3-6AD30F850EB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CCA9AF80-B05B-474F-86BA-2315E74406C0}" type="parTrans" cxnId="{F41E5C47-C507-4702-8873-146311F3AA72}">
      <dgm:prSet/>
      <dgm:spPr/>
      <dgm:t>
        <a:bodyPr/>
        <a:lstStyle/>
        <a:p>
          <a:endParaRPr lang="de-DE" sz="1400"/>
        </a:p>
      </dgm:t>
    </dgm:pt>
    <dgm:pt modelId="{8499710F-7FF5-47F0-8489-20A1A64EEE31}" type="sibTrans" cxnId="{F41E5C47-C507-4702-8873-146311F3AA72}">
      <dgm:prSet/>
      <dgm:spPr/>
      <dgm:t>
        <a:bodyPr/>
        <a:lstStyle/>
        <a:p>
          <a:endParaRPr lang="de-DE" sz="1400"/>
        </a:p>
      </dgm:t>
    </dgm:pt>
    <dgm:pt modelId="{DE117448-15A4-4410-9E73-B73D0EBC5683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89844686-7A08-42A5-81C3-B956BAEA1328}" type="parTrans" cxnId="{445E98A0-3070-4D10-B054-122197DB9857}">
      <dgm:prSet/>
      <dgm:spPr/>
      <dgm:t>
        <a:bodyPr/>
        <a:lstStyle/>
        <a:p>
          <a:endParaRPr lang="de-DE" sz="1400"/>
        </a:p>
      </dgm:t>
    </dgm:pt>
    <dgm:pt modelId="{EEBE54F2-3BBA-4F03-B105-E3D5C6044D7C}" type="sibTrans" cxnId="{445E98A0-3070-4D10-B054-122197DB9857}">
      <dgm:prSet/>
      <dgm:spPr/>
      <dgm:t>
        <a:bodyPr/>
        <a:lstStyle/>
        <a:p>
          <a:endParaRPr lang="de-DE" sz="1400"/>
        </a:p>
      </dgm:t>
    </dgm:pt>
    <dgm:pt modelId="{1E333C18-614B-4AF2-9379-072BAB2B0C9F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581E98E0-C934-4CBF-9BDB-AF4AA522B764}" type="parTrans" cxnId="{0859ECBF-A81A-4187-B4B5-E89CF971BA23}">
      <dgm:prSet/>
      <dgm:spPr/>
      <dgm:t>
        <a:bodyPr/>
        <a:lstStyle/>
        <a:p>
          <a:endParaRPr lang="de-DE" sz="1400"/>
        </a:p>
      </dgm:t>
    </dgm:pt>
    <dgm:pt modelId="{4A87BE4F-1AE6-41FE-BA7C-2F3FCC8C016B}" type="sibTrans" cxnId="{0859ECBF-A81A-4187-B4B5-E89CF971BA23}">
      <dgm:prSet/>
      <dgm:spPr/>
      <dgm:t>
        <a:bodyPr/>
        <a:lstStyle/>
        <a:p>
          <a:endParaRPr lang="de-DE" sz="1400"/>
        </a:p>
      </dgm:t>
    </dgm:pt>
    <dgm:pt modelId="{66F2D042-06B9-467A-967A-988A535D267C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dirty="0"/>
        </a:p>
      </dgm:t>
    </dgm:pt>
    <dgm:pt modelId="{01E2028A-2C18-449C-AEB6-156A1CAD2FA7}" type="parTrans" cxnId="{8C65FAD6-D000-4397-8386-E340537776C2}">
      <dgm:prSet/>
      <dgm:spPr/>
      <dgm:t>
        <a:bodyPr/>
        <a:lstStyle/>
        <a:p>
          <a:endParaRPr lang="de-DE" sz="1400"/>
        </a:p>
      </dgm:t>
    </dgm:pt>
    <dgm:pt modelId="{6C248FA2-F378-44CC-96E7-785A266D19C2}" type="sibTrans" cxnId="{8C65FAD6-D000-4397-8386-E340537776C2}">
      <dgm:prSet/>
      <dgm:spPr/>
      <dgm:t>
        <a:bodyPr/>
        <a:lstStyle/>
        <a:p>
          <a:endParaRPr lang="de-DE" sz="1400"/>
        </a:p>
      </dgm:t>
    </dgm:pt>
    <dgm:pt modelId="{C57A8CF6-5BAF-4B08-8DFE-80F250649B9B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dirty="0"/>
        </a:p>
      </dgm:t>
    </dgm:pt>
    <dgm:pt modelId="{B4B4B194-5E95-4634-BA78-70F6F86E9F2B}" type="parTrans" cxnId="{A0A8E856-86DE-4C31-945E-7262606CA9D0}">
      <dgm:prSet/>
      <dgm:spPr/>
      <dgm:t>
        <a:bodyPr/>
        <a:lstStyle/>
        <a:p>
          <a:endParaRPr lang="de-DE" sz="1400"/>
        </a:p>
      </dgm:t>
    </dgm:pt>
    <dgm:pt modelId="{15C56E74-AD0F-4EF8-8D73-2287FFBE7D30}" type="sibTrans" cxnId="{A0A8E856-86DE-4C31-945E-7262606CA9D0}">
      <dgm:prSet/>
      <dgm:spPr/>
      <dgm:t>
        <a:bodyPr/>
        <a:lstStyle/>
        <a:p>
          <a:endParaRPr lang="de-DE" sz="1400"/>
        </a:p>
      </dgm:t>
    </dgm:pt>
    <dgm:pt modelId="{DAD5229A-510F-4EFE-95B5-BD073C4D471A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1</a:t>
          </a:r>
          <a:endParaRPr lang="de-DE" sz="1400" noProof="1"/>
        </a:p>
      </dgm:t>
    </dgm:pt>
    <dgm:pt modelId="{B21D1822-73C6-4DC9-8B6B-40CBAFA65E25}" type="parTrans" cxnId="{19D75C01-4037-4D51-BE1F-D22DE2B91BE7}">
      <dgm:prSet/>
      <dgm:spPr/>
      <dgm:t>
        <a:bodyPr/>
        <a:lstStyle/>
        <a:p>
          <a:endParaRPr lang="de-DE" sz="1400"/>
        </a:p>
      </dgm:t>
    </dgm:pt>
    <dgm:pt modelId="{4AEA3B5D-1375-490A-B637-9A718A3E43BB}" type="sibTrans" cxnId="{19D75C01-4037-4D51-BE1F-D22DE2B91BE7}">
      <dgm:prSet/>
      <dgm:spPr/>
      <dgm:t>
        <a:bodyPr/>
        <a:lstStyle/>
        <a:p>
          <a:endParaRPr lang="de-DE" sz="1400"/>
        </a:p>
      </dgm:t>
    </dgm:pt>
    <dgm:pt modelId="{57D3D717-D6F7-4A91-9141-2624F71832B0}">
      <dgm:prSet phldrT="[Text]" custT="1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  <dgm:t>
        <a:bodyPr lIns="180000" rIns="0" anchor="ctr" anchorCtr="0"/>
        <a:lstStyle/>
        <a:p>
          <a:r>
            <a:rPr lang="de-DE" sz="1400" dirty="0" smtClean="0"/>
            <a:t>Maßnahme 2</a:t>
          </a:r>
          <a:endParaRPr lang="de-DE" sz="1400" noProof="1"/>
        </a:p>
      </dgm:t>
    </dgm:pt>
    <dgm:pt modelId="{84E65E59-BE6A-4A33-8F16-8EB1570406CE}" type="parTrans" cxnId="{F4FE8D10-FCD8-42DB-B1A7-FE3485106D68}">
      <dgm:prSet/>
      <dgm:spPr/>
      <dgm:t>
        <a:bodyPr/>
        <a:lstStyle/>
        <a:p>
          <a:endParaRPr lang="de-DE" sz="1400"/>
        </a:p>
      </dgm:t>
    </dgm:pt>
    <dgm:pt modelId="{3D1967F8-35F0-403F-960E-726AA9E2AF6B}" type="sibTrans" cxnId="{F4FE8D10-FCD8-42DB-B1A7-FE3485106D68}">
      <dgm:prSet/>
      <dgm:spPr/>
      <dgm:t>
        <a:bodyPr/>
        <a:lstStyle/>
        <a:p>
          <a:endParaRPr lang="de-DE" sz="1400"/>
        </a:p>
      </dgm:t>
    </dgm:pt>
    <dgm:pt modelId="{6F619E1C-C117-4883-BD04-0A2DC24CBE16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600" b="1" noProof="1" smtClean="0"/>
            <a:t>Qualifizierungsniveau</a:t>
          </a:r>
          <a:br>
            <a:rPr lang="de-DE" sz="1600" b="1" noProof="1" smtClean="0"/>
          </a:br>
          <a:r>
            <a:rPr lang="de-DE" sz="1600" b="1" noProof="1" smtClean="0"/>
            <a:t>anheben</a:t>
          </a:r>
          <a:endParaRPr lang="de-DE" sz="1600" b="1" noProof="1"/>
        </a:p>
      </dgm:t>
    </dgm:pt>
    <dgm:pt modelId="{50A89971-E276-4A2C-98B7-50B8843EBEB6}" type="parTrans" cxnId="{17C1C9A4-B521-40F0-8AF1-969CEF2E3F1F}">
      <dgm:prSet/>
      <dgm:spPr/>
      <dgm:t>
        <a:bodyPr/>
        <a:lstStyle/>
        <a:p>
          <a:endParaRPr lang="de-DE"/>
        </a:p>
      </dgm:t>
    </dgm:pt>
    <dgm:pt modelId="{4B7E4E06-694E-464A-90C4-F3F2A7AB10F7}" type="sibTrans" cxnId="{17C1C9A4-B521-40F0-8AF1-969CEF2E3F1F}">
      <dgm:prSet/>
      <dgm:spPr/>
      <dgm:t>
        <a:bodyPr/>
        <a:lstStyle/>
        <a:p>
          <a:endParaRPr lang="de-DE"/>
        </a:p>
      </dgm:t>
    </dgm:pt>
    <dgm:pt modelId="{FDCADAC4-A871-4C34-ACBE-718613F885E9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1</a:t>
          </a:r>
          <a:endParaRPr lang="de-DE" sz="1400" noProof="1"/>
        </a:p>
      </dgm:t>
    </dgm:pt>
    <dgm:pt modelId="{B21A3A1F-A220-442C-B8EF-31F6BB55C9EA}" type="parTrans" cxnId="{592B3697-0844-406D-B816-DD0E9BBF9CE8}">
      <dgm:prSet/>
      <dgm:spPr/>
      <dgm:t>
        <a:bodyPr/>
        <a:lstStyle/>
        <a:p>
          <a:endParaRPr lang="de-DE"/>
        </a:p>
      </dgm:t>
    </dgm:pt>
    <dgm:pt modelId="{27047E48-60EC-4C4C-87B2-5A4EAB622AB8}" type="sibTrans" cxnId="{592B3697-0844-406D-B816-DD0E9BBF9CE8}">
      <dgm:prSet/>
      <dgm:spPr/>
      <dgm:t>
        <a:bodyPr/>
        <a:lstStyle/>
        <a:p>
          <a:endParaRPr lang="de-DE"/>
        </a:p>
      </dgm:t>
    </dgm:pt>
    <dgm:pt modelId="{BC47EEF6-DA10-472D-A015-F211B01BB6D8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 lIns="72000" rIns="0" anchor="ctr" anchorCtr="0"/>
        <a:lstStyle/>
        <a:p>
          <a:r>
            <a:rPr lang="de-DE" sz="1400" noProof="1" smtClean="0"/>
            <a:t>Maßnahme 2</a:t>
          </a:r>
          <a:endParaRPr lang="de-DE" sz="1400" noProof="1"/>
        </a:p>
      </dgm:t>
    </dgm:pt>
    <dgm:pt modelId="{22FE6114-A2FC-4ECE-8483-416DD370710D}" type="parTrans" cxnId="{4504E5D7-2A83-4294-8B4E-37722D1E0FC4}">
      <dgm:prSet/>
      <dgm:spPr/>
      <dgm:t>
        <a:bodyPr/>
        <a:lstStyle/>
        <a:p>
          <a:endParaRPr lang="de-DE"/>
        </a:p>
      </dgm:t>
    </dgm:pt>
    <dgm:pt modelId="{A1FE5879-34FC-4C59-B531-C332C96E7A54}" type="sibTrans" cxnId="{4504E5D7-2A83-4294-8B4E-37722D1E0FC4}">
      <dgm:prSet/>
      <dgm:spPr/>
      <dgm:t>
        <a:bodyPr/>
        <a:lstStyle/>
        <a:p>
          <a:endParaRPr lang="de-DE"/>
        </a:p>
      </dgm:t>
    </dgm:pt>
    <dgm:pt modelId="{7A1F4EAB-F736-4935-8A46-9784FDCF9F3E}" type="pres">
      <dgm:prSet presAssocID="{9E96FF71-DB9B-43DE-BE7F-19ADA51ADA90}" presName="Name0" presStyleCnt="0">
        <dgm:presLayoutVars>
          <dgm:chMax val="7"/>
          <dgm:dir/>
          <dgm:resizeHandles val="exact"/>
        </dgm:presLayoutVars>
      </dgm:prSet>
      <dgm:spPr/>
    </dgm:pt>
    <dgm:pt modelId="{E6427F3C-CA24-4619-A3D9-20E811EC4566}" type="pres">
      <dgm:prSet presAssocID="{9E96FF71-DB9B-43DE-BE7F-19ADA51ADA90}" presName="ellipse1" presStyleLbl="venn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858C06-CF40-4C3F-B590-8582DAFB93E6}" type="pres">
      <dgm:prSet presAssocID="{9E96FF71-DB9B-43DE-BE7F-19ADA51ADA90}" presName="ellipse2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AC2564-909E-402A-BF5E-721721F282A2}" type="pres">
      <dgm:prSet presAssocID="{9E96FF71-DB9B-43DE-BE7F-19ADA51ADA90}" presName="ellipse3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A4975F9-BE19-426E-964E-83E5DE48334F}" type="pres">
      <dgm:prSet presAssocID="{9E96FF71-DB9B-43DE-BE7F-19ADA51ADA90}" presName="ellipse4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100ED25-F1B8-4949-88F4-7A0ED8506089}" type="pres">
      <dgm:prSet presAssocID="{9E96FF71-DB9B-43DE-BE7F-19ADA51ADA90}" presName="ellipse5" presStyleLbl="vennNode1" presStyleIdx="4" presStyleCnt="5" custLinFactNeighborX="1755" custLinFactNeighborY="-161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E85FACE-D913-4DE2-B3C2-8AEEDEE19C17}" type="presOf" srcId="{57D3D717-D6F7-4A91-9141-2624F71832B0}" destId="{2A4975F9-BE19-426E-964E-83E5DE48334F}" srcOrd="0" destOrd="2" presId="urn:microsoft.com/office/officeart/2005/8/layout/rings+Icon"/>
    <dgm:cxn modelId="{F4FE8D10-FCD8-42DB-B1A7-FE3485106D68}" srcId="{2E6B41D1-4B9C-4054-AB41-C6262C107A0A}" destId="{57D3D717-D6F7-4A91-9141-2624F71832B0}" srcOrd="1" destOrd="0" parTransId="{84E65E59-BE6A-4A33-8F16-8EB1570406CE}" sibTransId="{3D1967F8-35F0-403F-960E-726AA9E2AF6B}"/>
    <dgm:cxn modelId="{A0A8E856-86DE-4C31-945E-7262606CA9D0}" srcId="{A7DD5A52-0FD8-4C4E-8180-647CFBDB580E}" destId="{C57A8CF6-5BAF-4B08-8DFE-80F250649B9B}" srcOrd="1" destOrd="0" parTransId="{B4B4B194-5E95-4634-BA78-70F6F86E9F2B}" sibTransId="{15C56E74-AD0F-4EF8-8D73-2287FFBE7D30}"/>
    <dgm:cxn modelId="{19D75C01-4037-4D51-BE1F-D22DE2B91BE7}" srcId="{2E6B41D1-4B9C-4054-AB41-C6262C107A0A}" destId="{DAD5229A-510F-4EFE-95B5-BD073C4D471A}" srcOrd="0" destOrd="0" parTransId="{B21D1822-73C6-4DC9-8B6B-40CBAFA65E25}" sibTransId="{4AEA3B5D-1375-490A-B637-9A718A3E43BB}"/>
    <dgm:cxn modelId="{17C1C9A4-B521-40F0-8AF1-969CEF2E3F1F}" srcId="{9E96FF71-DB9B-43DE-BE7F-19ADA51ADA90}" destId="{6F619E1C-C117-4883-BD04-0A2DC24CBE16}" srcOrd="4" destOrd="0" parTransId="{50A89971-E276-4A2C-98B7-50B8843EBEB6}" sibTransId="{4B7E4E06-694E-464A-90C4-F3F2A7AB10F7}"/>
    <dgm:cxn modelId="{0859ECBF-A81A-4187-B4B5-E89CF971BA23}" srcId="{D84089FE-72D4-4EA9-BF92-E516CF44997D}" destId="{1E333C18-614B-4AF2-9379-072BAB2B0C9F}" srcOrd="1" destOrd="0" parTransId="{581E98E0-C934-4CBF-9BDB-AF4AA522B764}" sibTransId="{4A87BE4F-1AE6-41FE-BA7C-2F3FCC8C016B}"/>
    <dgm:cxn modelId="{13713E88-B716-4814-AEF8-2A46E8CC1003}" type="presOf" srcId="{DE117448-15A4-4410-9E73-B73D0EBC5683}" destId="{96858C06-CF40-4C3F-B590-8582DAFB93E6}" srcOrd="0" destOrd="1" presId="urn:microsoft.com/office/officeart/2005/8/layout/rings+Icon"/>
    <dgm:cxn modelId="{995A2458-24D4-4F86-8BA9-C1D663DC252E}" srcId="{E3C99051-B908-40BA-8F13-1CBF618D6C04}" destId="{F5092A8A-929C-4A75-A13E-820F3E32E944}" srcOrd="0" destOrd="0" parTransId="{749BD484-CB9A-4B56-9EDD-80352B1EC745}" sibTransId="{9BF1AF8D-4444-4D4B-B525-B8174E96B50E}"/>
    <dgm:cxn modelId="{995838B5-164B-4406-9949-700B76255FA9}" type="presOf" srcId="{DAD5229A-510F-4EFE-95B5-BD073C4D471A}" destId="{2A4975F9-BE19-426E-964E-83E5DE48334F}" srcOrd="0" destOrd="1" presId="urn:microsoft.com/office/officeart/2005/8/layout/rings+Icon"/>
    <dgm:cxn modelId="{75ABBE05-98E6-405A-809E-1FF42E09607B}" type="presOf" srcId="{1E333C18-614B-4AF2-9379-072BAB2B0C9F}" destId="{96858C06-CF40-4C3F-B590-8582DAFB93E6}" srcOrd="0" destOrd="2" presId="urn:microsoft.com/office/officeart/2005/8/layout/rings+Icon"/>
    <dgm:cxn modelId="{095F53B1-3AB5-4D9E-9C32-700F6D9033A8}" type="presOf" srcId="{FDCADAC4-A871-4C34-ACBE-718613F885E9}" destId="{0100ED25-F1B8-4949-88F4-7A0ED8506089}" srcOrd="0" destOrd="1" presId="urn:microsoft.com/office/officeart/2005/8/layout/rings+Icon"/>
    <dgm:cxn modelId="{592B3697-0844-406D-B816-DD0E9BBF9CE8}" srcId="{6F619E1C-C117-4883-BD04-0A2DC24CBE16}" destId="{FDCADAC4-A871-4C34-ACBE-718613F885E9}" srcOrd="0" destOrd="0" parTransId="{B21A3A1F-A220-442C-B8EF-31F6BB55C9EA}" sibTransId="{27047E48-60EC-4C4C-87B2-5A4EAB622AB8}"/>
    <dgm:cxn modelId="{0AE35F45-8CDA-4013-83CC-E5A0CADB6304}" type="presOf" srcId="{9E96FF71-DB9B-43DE-BE7F-19ADA51ADA90}" destId="{7A1F4EAB-F736-4935-8A46-9784FDCF9F3E}" srcOrd="0" destOrd="0" presId="urn:microsoft.com/office/officeart/2005/8/layout/rings+Icon"/>
    <dgm:cxn modelId="{C94F67B9-A590-4C24-80C4-3F5C8C6A5463}" type="presOf" srcId="{F5092A8A-929C-4A75-A13E-820F3E32E944}" destId="{E6427F3C-CA24-4619-A3D9-20E811EC4566}" srcOrd="0" destOrd="1" presId="urn:microsoft.com/office/officeart/2005/8/layout/rings+Icon"/>
    <dgm:cxn modelId="{70E333C5-1271-48BD-925F-C09DD7EFB292}" type="presOf" srcId="{66F2D042-06B9-467A-967A-988A535D267C}" destId="{CCAC2564-909E-402A-BF5E-721721F282A2}" srcOrd="0" destOrd="1" presId="urn:microsoft.com/office/officeart/2005/8/layout/rings+Icon"/>
    <dgm:cxn modelId="{9D76E0B6-925F-490B-8714-B0993C9FD4DC}" type="presOf" srcId="{5579AF76-A9BA-43D6-B7D3-6AD30F850EBC}" destId="{E6427F3C-CA24-4619-A3D9-20E811EC4566}" srcOrd="0" destOrd="2" presId="urn:microsoft.com/office/officeart/2005/8/layout/rings+Icon"/>
    <dgm:cxn modelId="{3AE8DA00-B595-43E6-AB50-57313EA4F082}" srcId="{9E96FF71-DB9B-43DE-BE7F-19ADA51ADA90}" destId="{2E6B41D1-4B9C-4054-AB41-C6262C107A0A}" srcOrd="3" destOrd="0" parTransId="{BE0B8B86-3812-4761-A4EB-F3155EF407C1}" sibTransId="{17561CDD-FAD5-4600-AE51-8AFF7E6FB0AE}"/>
    <dgm:cxn modelId="{F8B3AAD9-B63F-41F8-B9CB-DA20D443D510}" srcId="{9E96FF71-DB9B-43DE-BE7F-19ADA51ADA90}" destId="{A7DD5A52-0FD8-4C4E-8180-647CFBDB580E}" srcOrd="2" destOrd="0" parTransId="{48B88C88-F62A-4BBB-BAA6-1578E16AE116}" sibTransId="{60829666-1436-4617-9A81-D4B410256326}"/>
    <dgm:cxn modelId="{909D154E-1269-493A-891A-BDEAC3E732C6}" type="presOf" srcId="{D84089FE-72D4-4EA9-BF92-E516CF44997D}" destId="{96858C06-CF40-4C3F-B590-8582DAFB93E6}" srcOrd="0" destOrd="0" presId="urn:microsoft.com/office/officeart/2005/8/layout/rings+Icon"/>
    <dgm:cxn modelId="{7EB1A130-3B31-4B36-8CCB-04CEBE434A19}" type="presOf" srcId="{BC47EEF6-DA10-472D-A015-F211B01BB6D8}" destId="{0100ED25-F1B8-4949-88F4-7A0ED8506089}" srcOrd="0" destOrd="2" presId="urn:microsoft.com/office/officeart/2005/8/layout/rings+Icon"/>
    <dgm:cxn modelId="{8C65FAD6-D000-4397-8386-E340537776C2}" srcId="{A7DD5A52-0FD8-4C4E-8180-647CFBDB580E}" destId="{66F2D042-06B9-467A-967A-988A535D267C}" srcOrd="0" destOrd="0" parTransId="{01E2028A-2C18-449C-AEB6-156A1CAD2FA7}" sibTransId="{6C248FA2-F378-44CC-96E7-785A266D19C2}"/>
    <dgm:cxn modelId="{C21D4A42-F44F-4B40-90D1-2D09058257F8}" type="presOf" srcId="{A7DD5A52-0FD8-4C4E-8180-647CFBDB580E}" destId="{CCAC2564-909E-402A-BF5E-721721F282A2}" srcOrd="0" destOrd="0" presId="urn:microsoft.com/office/officeart/2005/8/layout/rings+Icon"/>
    <dgm:cxn modelId="{088C262A-FCF9-4710-91A8-142A62180154}" srcId="{9E96FF71-DB9B-43DE-BE7F-19ADA51ADA90}" destId="{D84089FE-72D4-4EA9-BF92-E516CF44997D}" srcOrd="1" destOrd="0" parTransId="{F15C7E5F-A2A4-46DF-B3C4-333AFB23CA98}" sibTransId="{CD469AE3-4FF2-4A5C-8647-CB9F21453250}"/>
    <dgm:cxn modelId="{445E98A0-3070-4D10-B054-122197DB9857}" srcId="{D84089FE-72D4-4EA9-BF92-E516CF44997D}" destId="{DE117448-15A4-4410-9E73-B73D0EBC5683}" srcOrd="0" destOrd="0" parTransId="{89844686-7A08-42A5-81C3-B956BAEA1328}" sibTransId="{EEBE54F2-3BBA-4F03-B105-E3D5C6044D7C}"/>
    <dgm:cxn modelId="{DFF80694-CBBD-463C-830E-2959DFFAFF27}" srcId="{9E96FF71-DB9B-43DE-BE7F-19ADA51ADA90}" destId="{E3C99051-B908-40BA-8F13-1CBF618D6C04}" srcOrd="0" destOrd="0" parTransId="{E4FEE850-F68E-447E-B2C3-7BCCB57742C7}" sibTransId="{542A3569-5FCA-40F6-86EE-720A521F8A7E}"/>
    <dgm:cxn modelId="{EB900E1F-3C2C-4B24-A24F-CD961B23243C}" type="presOf" srcId="{6F619E1C-C117-4883-BD04-0A2DC24CBE16}" destId="{0100ED25-F1B8-4949-88F4-7A0ED8506089}" srcOrd="0" destOrd="0" presId="urn:microsoft.com/office/officeart/2005/8/layout/rings+Icon"/>
    <dgm:cxn modelId="{F41E5C47-C507-4702-8873-146311F3AA72}" srcId="{E3C99051-B908-40BA-8F13-1CBF618D6C04}" destId="{5579AF76-A9BA-43D6-B7D3-6AD30F850EBC}" srcOrd="1" destOrd="0" parTransId="{CCA9AF80-B05B-474F-86BA-2315E74406C0}" sibTransId="{8499710F-7FF5-47F0-8489-20A1A64EEE31}"/>
    <dgm:cxn modelId="{4504E5D7-2A83-4294-8B4E-37722D1E0FC4}" srcId="{6F619E1C-C117-4883-BD04-0A2DC24CBE16}" destId="{BC47EEF6-DA10-472D-A015-F211B01BB6D8}" srcOrd="1" destOrd="0" parTransId="{22FE6114-A2FC-4ECE-8483-416DD370710D}" sibTransId="{A1FE5879-34FC-4C59-B531-C332C96E7A54}"/>
    <dgm:cxn modelId="{40F9FD13-E51F-4965-8D59-2E82D8F1162B}" type="presOf" srcId="{E3C99051-B908-40BA-8F13-1CBF618D6C04}" destId="{E6427F3C-CA24-4619-A3D9-20E811EC4566}" srcOrd="0" destOrd="0" presId="urn:microsoft.com/office/officeart/2005/8/layout/rings+Icon"/>
    <dgm:cxn modelId="{8067AA2E-E840-45FA-996D-ABC3C358D02A}" type="presOf" srcId="{C57A8CF6-5BAF-4B08-8DFE-80F250649B9B}" destId="{CCAC2564-909E-402A-BF5E-721721F282A2}" srcOrd="0" destOrd="2" presId="urn:microsoft.com/office/officeart/2005/8/layout/rings+Icon"/>
    <dgm:cxn modelId="{E5E5B84E-B051-4515-B2AE-91EB5860C099}" type="presOf" srcId="{2E6B41D1-4B9C-4054-AB41-C6262C107A0A}" destId="{2A4975F9-BE19-426E-964E-83E5DE48334F}" srcOrd="0" destOrd="0" presId="urn:microsoft.com/office/officeart/2005/8/layout/rings+Icon"/>
    <dgm:cxn modelId="{9DEC0C90-050E-416F-8DF0-95AF089916DA}" type="presParOf" srcId="{7A1F4EAB-F736-4935-8A46-9784FDCF9F3E}" destId="{E6427F3C-CA24-4619-A3D9-20E811EC4566}" srcOrd="0" destOrd="0" presId="urn:microsoft.com/office/officeart/2005/8/layout/rings+Icon"/>
    <dgm:cxn modelId="{4C6AF5A1-88FE-4FFF-A20C-F0C3309F9414}" type="presParOf" srcId="{7A1F4EAB-F736-4935-8A46-9784FDCF9F3E}" destId="{96858C06-CF40-4C3F-B590-8582DAFB93E6}" srcOrd="1" destOrd="0" presId="urn:microsoft.com/office/officeart/2005/8/layout/rings+Icon"/>
    <dgm:cxn modelId="{03FE0C83-09D5-4BAC-B2C8-7F75795C1142}" type="presParOf" srcId="{7A1F4EAB-F736-4935-8A46-9784FDCF9F3E}" destId="{CCAC2564-909E-402A-BF5E-721721F282A2}" srcOrd="2" destOrd="0" presId="urn:microsoft.com/office/officeart/2005/8/layout/rings+Icon"/>
    <dgm:cxn modelId="{0AC01FDF-9357-415C-B9A0-79D270E4D29D}" type="presParOf" srcId="{7A1F4EAB-F736-4935-8A46-9784FDCF9F3E}" destId="{2A4975F9-BE19-426E-964E-83E5DE48334F}" srcOrd="3" destOrd="0" presId="urn:microsoft.com/office/officeart/2005/8/layout/rings+Icon"/>
    <dgm:cxn modelId="{AE644C04-34B5-484D-933A-499A2AD2319C}" type="presParOf" srcId="{7A1F4EAB-F736-4935-8A46-9784FDCF9F3E}" destId="{0100ED25-F1B8-4949-88F4-7A0ED8506089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2A4F-FF21-4AD7-8655-D81252EF867C}">
      <dsp:nvSpPr>
        <dsp:cNvPr id="0" name=""/>
        <dsp:cNvSpPr/>
      </dsp:nvSpPr>
      <dsp:spPr>
        <a:xfrm>
          <a:off x="3442788" y="1847466"/>
          <a:ext cx="1405936" cy="1405936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Projekt MFA</a:t>
          </a:r>
          <a:endParaRPr lang="de-DE" sz="2400" kern="1200" dirty="0"/>
        </a:p>
      </dsp:txBody>
      <dsp:txXfrm>
        <a:off x="3648683" y="2053361"/>
        <a:ext cx="994146" cy="994146"/>
      </dsp:txXfrm>
    </dsp:sp>
    <dsp:sp modelId="{6992D9BE-B66F-4F18-9AAF-B4408A140944}">
      <dsp:nvSpPr>
        <dsp:cNvPr id="0" name=""/>
        <dsp:cNvSpPr/>
      </dsp:nvSpPr>
      <dsp:spPr>
        <a:xfrm rot="16200000">
          <a:off x="3933769" y="1620218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135157" y="1624880"/>
        <a:ext cx="21198" cy="21198"/>
      </dsp:txXfrm>
    </dsp:sp>
    <dsp:sp modelId="{CD9972A0-D453-4FCB-8E3B-E4EFAD01D121}">
      <dsp:nvSpPr>
        <dsp:cNvPr id="0" name=""/>
        <dsp:cNvSpPr/>
      </dsp:nvSpPr>
      <dsp:spPr>
        <a:xfrm>
          <a:off x="3442788" y="17556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¤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3648683" y="223451"/>
        <a:ext cx="994146" cy="994146"/>
      </dsp:txXfrm>
    </dsp:sp>
    <dsp:sp modelId="{D0830239-A840-469F-BB3E-5E7F142AE1A4}">
      <dsp:nvSpPr>
        <dsp:cNvPr id="0" name=""/>
        <dsp:cNvSpPr/>
      </dsp:nvSpPr>
      <dsp:spPr>
        <a:xfrm rot="20520000">
          <a:off x="4803943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5005331" y="2257098"/>
        <a:ext cx="21198" cy="21198"/>
      </dsp:txXfrm>
    </dsp:sp>
    <dsp:sp modelId="{F9D90C76-22D7-47E9-A79F-C6203BB97B05}">
      <dsp:nvSpPr>
        <dsp:cNvPr id="0" name=""/>
        <dsp:cNvSpPr/>
      </dsp:nvSpPr>
      <dsp:spPr>
        <a:xfrm>
          <a:off x="5183136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¦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5389031" y="1487887"/>
        <a:ext cx="994146" cy="994146"/>
      </dsp:txXfrm>
    </dsp:sp>
    <dsp:sp modelId="{FFB0958F-BB34-4CC3-A8AF-96218C516F1D}">
      <dsp:nvSpPr>
        <dsp:cNvPr id="0" name=""/>
        <dsp:cNvSpPr/>
      </dsp:nvSpPr>
      <dsp:spPr>
        <a:xfrm rot="3240000">
          <a:off x="4471566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672954" y="3280049"/>
        <a:ext cx="21198" cy="21198"/>
      </dsp:txXfrm>
    </dsp:sp>
    <dsp:sp modelId="{1EFA1DC6-6A01-4231-A22F-12D0809B9D11}">
      <dsp:nvSpPr>
        <dsp:cNvPr id="0" name=""/>
        <dsp:cNvSpPr/>
      </dsp:nvSpPr>
      <dsp:spPr>
        <a:xfrm>
          <a:off x="4518382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U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4724277" y="3533789"/>
        <a:ext cx="994146" cy="994146"/>
      </dsp:txXfrm>
    </dsp:sp>
    <dsp:sp modelId="{94573C76-ABC7-46D5-A6D2-60580E57B437}">
      <dsp:nvSpPr>
        <dsp:cNvPr id="0" name=""/>
        <dsp:cNvSpPr/>
      </dsp:nvSpPr>
      <dsp:spPr>
        <a:xfrm rot="7560000">
          <a:off x="3395972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597360" y="3280049"/>
        <a:ext cx="21198" cy="21198"/>
      </dsp:txXfrm>
    </dsp:sp>
    <dsp:sp modelId="{64BEA76F-933B-4266-BF20-D3418A90BE2F}">
      <dsp:nvSpPr>
        <dsp:cNvPr id="0" name=""/>
        <dsp:cNvSpPr/>
      </dsp:nvSpPr>
      <dsp:spPr>
        <a:xfrm>
          <a:off x="2367194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Â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2573089" y="3533789"/>
        <a:ext cx="994146" cy="994146"/>
      </dsp:txXfrm>
    </dsp:sp>
    <dsp:sp modelId="{A5A654F0-AE14-45C9-9CD3-83B5DA9258B0}">
      <dsp:nvSpPr>
        <dsp:cNvPr id="0" name=""/>
        <dsp:cNvSpPr/>
      </dsp:nvSpPr>
      <dsp:spPr>
        <a:xfrm rot="11880000">
          <a:off x="3063595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264983" y="2257098"/>
        <a:ext cx="21198" cy="21198"/>
      </dsp:txXfrm>
    </dsp:sp>
    <dsp:sp modelId="{8EDAC933-FF85-4784-BBC1-EB512470EC5A}">
      <dsp:nvSpPr>
        <dsp:cNvPr id="0" name=""/>
        <dsp:cNvSpPr/>
      </dsp:nvSpPr>
      <dsp:spPr>
        <a:xfrm>
          <a:off x="1702440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F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1908335" y="1487887"/>
        <a:ext cx="994146" cy="994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2A4F-FF21-4AD7-8655-D81252EF867C}">
      <dsp:nvSpPr>
        <dsp:cNvPr id="0" name=""/>
        <dsp:cNvSpPr/>
      </dsp:nvSpPr>
      <dsp:spPr>
        <a:xfrm>
          <a:off x="3442788" y="1847466"/>
          <a:ext cx="1405936" cy="1405936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Projekt MFA</a:t>
          </a:r>
          <a:endParaRPr lang="de-DE" sz="2400" kern="1200" dirty="0"/>
        </a:p>
      </dsp:txBody>
      <dsp:txXfrm>
        <a:off x="3648683" y="2053361"/>
        <a:ext cx="994146" cy="994146"/>
      </dsp:txXfrm>
    </dsp:sp>
    <dsp:sp modelId="{6992D9BE-B66F-4F18-9AAF-B4408A140944}">
      <dsp:nvSpPr>
        <dsp:cNvPr id="0" name=""/>
        <dsp:cNvSpPr/>
      </dsp:nvSpPr>
      <dsp:spPr>
        <a:xfrm rot="16200000">
          <a:off x="3933769" y="1620218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135157" y="1624880"/>
        <a:ext cx="21198" cy="21198"/>
      </dsp:txXfrm>
    </dsp:sp>
    <dsp:sp modelId="{CD9972A0-D453-4FCB-8E3B-E4EFAD01D121}">
      <dsp:nvSpPr>
        <dsp:cNvPr id="0" name=""/>
        <dsp:cNvSpPr/>
      </dsp:nvSpPr>
      <dsp:spPr>
        <a:xfrm>
          <a:off x="3442788" y="17556"/>
          <a:ext cx="1405936" cy="1405936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¤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3648683" y="223451"/>
        <a:ext cx="994146" cy="994146"/>
      </dsp:txXfrm>
    </dsp:sp>
    <dsp:sp modelId="{D0830239-A840-469F-BB3E-5E7F142AE1A4}">
      <dsp:nvSpPr>
        <dsp:cNvPr id="0" name=""/>
        <dsp:cNvSpPr/>
      </dsp:nvSpPr>
      <dsp:spPr>
        <a:xfrm rot="20520000">
          <a:off x="4803943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5005331" y="2257098"/>
        <a:ext cx="21198" cy="21198"/>
      </dsp:txXfrm>
    </dsp:sp>
    <dsp:sp modelId="{F9D90C76-22D7-47E9-A79F-C6203BB97B05}">
      <dsp:nvSpPr>
        <dsp:cNvPr id="0" name=""/>
        <dsp:cNvSpPr/>
      </dsp:nvSpPr>
      <dsp:spPr>
        <a:xfrm>
          <a:off x="5183136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¦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5389031" y="1487887"/>
        <a:ext cx="994146" cy="994146"/>
      </dsp:txXfrm>
    </dsp:sp>
    <dsp:sp modelId="{FFB0958F-BB34-4CC3-A8AF-96218C516F1D}">
      <dsp:nvSpPr>
        <dsp:cNvPr id="0" name=""/>
        <dsp:cNvSpPr/>
      </dsp:nvSpPr>
      <dsp:spPr>
        <a:xfrm rot="3240000">
          <a:off x="4471566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672954" y="3280049"/>
        <a:ext cx="21198" cy="21198"/>
      </dsp:txXfrm>
    </dsp:sp>
    <dsp:sp modelId="{1EFA1DC6-6A01-4231-A22F-12D0809B9D11}">
      <dsp:nvSpPr>
        <dsp:cNvPr id="0" name=""/>
        <dsp:cNvSpPr/>
      </dsp:nvSpPr>
      <dsp:spPr>
        <a:xfrm>
          <a:off x="4518382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U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4724277" y="3533789"/>
        <a:ext cx="994146" cy="994146"/>
      </dsp:txXfrm>
    </dsp:sp>
    <dsp:sp modelId="{94573C76-ABC7-46D5-A6D2-60580E57B437}">
      <dsp:nvSpPr>
        <dsp:cNvPr id="0" name=""/>
        <dsp:cNvSpPr/>
      </dsp:nvSpPr>
      <dsp:spPr>
        <a:xfrm rot="7560000">
          <a:off x="3395972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597360" y="3280049"/>
        <a:ext cx="21198" cy="21198"/>
      </dsp:txXfrm>
    </dsp:sp>
    <dsp:sp modelId="{64BEA76F-933B-4266-BF20-D3418A90BE2F}">
      <dsp:nvSpPr>
        <dsp:cNvPr id="0" name=""/>
        <dsp:cNvSpPr/>
      </dsp:nvSpPr>
      <dsp:spPr>
        <a:xfrm>
          <a:off x="2367194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Â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2573089" y="3533789"/>
        <a:ext cx="994146" cy="994146"/>
      </dsp:txXfrm>
    </dsp:sp>
    <dsp:sp modelId="{A5A654F0-AE14-45C9-9CD3-83B5DA9258B0}">
      <dsp:nvSpPr>
        <dsp:cNvPr id="0" name=""/>
        <dsp:cNvSpPr/>
      </dsp:nvSpPr>
      <dsp:spPr>
        <a:xfrm rot="11880000">
          <a:off x="3063595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264983" y="2257098"/>
        <a:ext cx="21198" cy="21198"/>
      </dsp:txXfrm>
    </dsp:sp>
    <dsp:sp modelId="{8EDAC933-FF85-4784-BBC1-EB512470EC5A}">
      <dsp:nvSpPr>
        <dsp:cNvPr id="0" name=""/>
        <dsp:cNvSpPr/>
      </dsp:nvSpPr>
      <dsp:spPr>
        <a:xfrm>
          <a:off x="1702440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F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1908335" y="1487887"/>
        <a:ext cx="994146" cy="9941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2A4F-FF21-4AD7-8655-D81252EF867C}">
      <dsp:nvSpPr>
        <dsp:cNvPr id="0" name=""/>
        <dsp:cNvSpPr/>
      </dsp:nvSpPr>
      <dsp:spPr>
        <a:xfrm>
          <a:off x="3442788" y="1847466"/>
          <a:ext cx="1405936" cy="1405936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Projekt MFA</a:t>
          </a:r>
          <a:endParaRPr lang="de-DE" sz="2400" kern="1200" dirty="0"/>
        </a:p>
      </dsp:txBody>
      <dsp:txXfrm>
        <a:off x="3648683" y="2053361"/>
        <a:ext cx="994146" cy="994146"/>
      </dsp:txXfrm>
    </dsp:sp>
    <dsp:sp modelId="{6992D9BE-B66F-4F18-9AAF-B4408A140944}">
      <dsp:nvSpPr>
        <dsp:cNvPr id="0" name=""/>
        <dsp:cNvSpPr/>
      </dsp:nvSpPr>
      <dsp:spPr>
        <a:xfrm rot="16200000">
          <a:off x="3933769" y="1620218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135157" y="1624880"/>
        <a:ext cx="21198" cy="21198"/>
      </dsp:txXfrm>
    </dsp:sp>
    <dsp:sp modelId="{CD9972A0-D453-4FCB-8E3B-E4EFAD01D121}">
      <dsp:nvSpPr>
        <dsp:cNvPr id="0" name=""/>
        <dsp:cNvSpPr/>
      </dsp:nvSpPr>
      <dsp:spPr>
        <a:xfrm>
          <a:off x="3442788" y="17556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¤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3648683" y="223451"/>
        <a:ext cx="994146" cy="994146"/>
      </dsp:txXfrm>
    </dsp:sp>
    <dsp:sp modelId="{D0830239-A840-469F-BB3E-5E7F142AE1A4}">
      <dsp:nvSpPr>
        <dsp:cNvPr id="0" name=""/>
        <dsp:cNvSpPr/>
      </dsp:nvSpPr>
      <dsp:spPr>
        <a:xfrm rot="20520000">
          <a:off x="4803943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5005331" y="2257098"/>
        <a:ext cx="21198" cy="21198"/>
      </dsp:txXfrm>
    </dsp:sp>
    <dsp:sp modelId="{F9D90C76-22D7-47E9-A79F-C6203BB97B05}">
      <dsp:nvSpPr>
        <dsp:cNvPr id="0" name=""/>
        <dsp:cNvSpPr/>
      </dsp:nvSpPr>
      <dsp:spPr>
        <a:xfrm>
          <a:off x="5183136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¦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5389031" y="1487887"/>
        <a:ext cx="994146" cy="994146"/>
      </dsp:txXfrm>
    </dsp:sp>
    <dsp:sp modelId="{FFB0958F-BB34-4CC3-A8AF-96218C516F1D}">
      <dsp:nvSpPr>
        <dsp:cNvPr id="0" name=""/>
        <dsp:cNvSpPr/>
      </dsp:nvSpPr>
      <dsp:spPr>
        <a:xfrm rot="3240000">
          <a:off x="4471566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672954" y="3280049"/>
        <a:ext cx="21198" cy="21198"/>
      </dsp:txXfrm>
    </dsp:sp>
    <dsp:sp modelId="{1EFA1DC6-6A01-4231-A22F-12D0809B9D11}">
      <dsp:nvSpPr>
        <dsp:cNvPr id="0" name=""/>
        <dsp:cNvSpPr/>
      </dsp:nvSpPr>
      <dsp:spPr>
        <a:xfrm>
          <a:off x="4518382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U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4724277" y="3533789"/>
        <a:ext cx="994146" cy="994146"/>
      </dsp:txXfrm>
    </dsp:sp>
    <dsp:sp modelId="{94573C76-ABC7-46D5-A6D2-60580E57B437}">
      <dsp:nvSpPr>
        <dsp:cNvPr id="0" name=""/>
        <dsp:cNvSpPr/>
      </dsp:nvSpPr>
      <dsp:spPr>
        <a:xfrm rot="7560000">
          <a:off x="3395972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597360" y="3280049"/>
        <a:ext cx="21198" cy="21198"/>
      </dsp:txXfrm>
    </dsp:sp>
    <dsp:sp modelId="{64BEA76F-933B-4266-BF20-D3418A90BE2F}">
      <dsp:nvSpPr>
        <dsp:cNvPr id="0" name=""/>
        <dsp:cNvSpPr/>
      </dsp:nvSpPr>
      <dsp:spPr>
        <a:xfrm>
          <a:off x="2367194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Â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2573089" y="3533789"/>
        <a:ext cx="994146" cy="994146"/>
      </dsp:txXfrm>
    </dsp:sp>
    <dsp:sp modelId="{A5A654F0-AE14-45C9-9CD3-83B5DA9258B0}">
      <dsp:nvSpPr>
        <dsp:cNvPr id="0" name=""/>
        <dsp:cNvSpPr/>
      </dsp:nvSpPr>
      <dsp:spPr>
        <a:xfrm rot="11880000">
          <a:off x="3063595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264983" y="2257098"/>
        <a:ext cx="21198" cy="21198"/>
      </dsp:txXfrm>
    </dsp:sp>
    <dsp:sp modelId="{8EDAC933-FF85-4784-BBC1-EB512470EC5A}">
      <dsp:nvSpPr>
        <dsp:cNvPr id="0" name=""/>
        <dsp:cNvSpPr/>
      </dsp:nvSpPr>
      <dsp:spPr>
        <a:xfrm>
          <a:off x="1702440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F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1908335" y="1487887"/>
        <a:ext cx="994146" cy="9941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2A4F-FF21-4AD7-8655-D81252EF867C}">
      <dsp:nvSpPr>
        <dsp:cNvPr id="0" name=""/>
        <dsp:cNvSpPr/>
      </dsp:nvSpPr>
      <dsp:spPr>
        <a:xfrm>
          <a:off x="3442788" y="1847466"/>
          <a:ext cx="1405936" cy="1405936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Projekt MFA</a:t>
          </a:r>
          <a:endParaRPr lang="de-DE" sz="2400" kern="1200" dirty="0"/>
        </a:p>
      </dsp:txBody>
      <dsp:txXfrm>
        <a:off x="3648683" y="2053361"/>
        <a:ext cx="994146" cy="994146"/>
      </dsp:txXfrm>
    </dsp:sp>
    <dsp:sp modelId="{6992D9BE-B66F-4F18-9AAF-B4408A140944}">
      <dsp:nvSpPr>
        <dsp:cNvPr id="0" name=""/>
        <dsp:cNvSpPr/>
      </dsp:nvSpPr>
      <dsp:spPr>
        <a:xfrm rot="16200000">
          <a:off x="3933769" y="1620218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135157" y="1624880"/>
        <a:ext cx="21198" cy="21198"/>
      </dsp:txXfrm>
    </dsp:sp>
    <dsp:sp modelId="{CD9972A0-D453-4FCB-8E3B-E4EFAD01D121}">
      <dsp:nvSpPr>
        <dsp:cNvPr id="0" name=""/>
        <dsp:cNvSpPr/>
      </dsp:nvSpPr>
      <dsp:spPr>
        <a:xfrm>
          <a:off x="3442788" y="17556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¤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3648683" y="223451"/>
        <a:ext cx="994146" cy="994146"/>
      </dsp:txXfrm>
    </dsp:sp>
    <dsp:sp modelId="{D0830239-A840-469F-BB3E-5E7F142AE1A4}">
      <dsp:nvSpPr>
        <dsp:cNvPr id="0" name=""/>
        <dsp:cNvSpPr/>
      </dsp:nvSpPr>
      <dsp:spPr>
        <a:xfrm rot="20520000">
          <a:off x="4803943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5005331" y="2257098"/>
        <a:ext cx="21198" cy="21198"/>
      </dsp:txXfrm>
    </dsp:sp>
    <dsp:sp modelId="{F9D90C76-22D7-47E9-A79F-C6203BB97B05}">
      <dsp:nvSpPr>
        <dsp:cNvPr id="0" name=""/>
        <dsp:cNvSpPr/>
      </dsp:nvSpPr>
      <dsp:spPr>
        <a:xfrm>
          <a:off x="5183136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¦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5389031" y="1487887"/>
        <a:ext cx="994146" cy="994146"/>
      </dsp:txXfrm>
    </dsp:sp>
    <dsp:sp modelId="{FFB0958F-BB34-4CC3-A8AF-96218C516F1D}">
      <dsp:nvSpPr>
        <dsp:cNvPr id="0" name=""/>
        <dsp:cNvSpPr/>
      </dsp:nvSpPr>
      <dsp:spPr>
        <a:xfrm rot="3240000">
          <a:off x="4471566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672954" y="3280049"/>
        <a:ext cx="21198" cy="21198"/>
      </dsp:txXfrm>
    </dsp:sp>
    <dsp:sp modelId="{1EFA1DC6-6A01-4231-A22F-12D0809B9D11}">
      <dsp:nvSpPr>
        <dsp:cNvPr id="0" name=""/>
        <dsp:cNvSpPr/>
      </dsp:nvSpPr>
      <dsp:spPr>
        <a:xfrm>
          <a:off x="4518382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U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4724277" y="3533789"/>
        <a:ext cx="994146" cy="994146"/>
      </dsp:txXfrm>
    </dsp:sp>
    <dsp:sp modelId="{94573C76-ABC7-46D5-A6D2-60580E57B437}">
      <dsp:nvSpPr>
        <dsp:cNvPr id="0" name=""/>
        <dsp:cNvSpPr/>
      </dsp:nvSpPr>
      <dsp:spPr>
        <a:xfrm rot="7560000">
          <a:off x="3395972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597360" y="3280049"/>
        <a:ext cx="21198" cy="21198"/>
      </dsp:txXfrm>
    </dsp:sp>
    <dsp:sp modelId="{64BEA76F-933B-4266-BF20-D3418A90BE2F}">
      <dsp:nvSpPr>
        <dsp:cNvPr id="0" name=""/>
        <dsp:cNvSpPr/>
      </dsp:nvSpPr>
      <dsp:spPr>
        <a:xfrm>
          <a:off x="2367194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Â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2573089" y="3533789"/>
        <a:ext cx="994146" cy="994146"/>
      </dsp:txXfrm>
    </dsp:sp>
    <dsp:sp modelId="{A5A654F0-AE14-45C9-9CD3-83B5DA9258B0}">
      <dsp:nvSpPr>
        <dsp:cNvPr id="0" name=""/>
        <dsp:cNvSpPr/>
      </dsp:nvSpPr>
      <dsp:spPr>
        <a:xfrm rot="11880000">
          <a:off x="3063595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264983" y="2257098"/>
        <a:ext cx="21198" cy="21198"/>
      </dsp:txXfrm>
    </dsp:sp>
    <dsp:sp modelId="{8EDAC933-FF85-4784-BBC1-EB512470EC5A}">
      <dsp:nvSpPr>
        <dsp:cNvPr id="0" name=""/>
        <dsp:cNvSpPr/>
      </dsp:nvSpPr>
      <dsp:spPr>
        <a:xfrm>
          <a:off x="1702440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F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1908335" y="1487887"/>
        <a:ext cx="994146" cy="9941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2A4F-FF21-4AD7-8655-D81252EF867C}">
      <dsp:nvSpPr>
        <dsp:cNvPr id="0" name=""/>
        <dsp:cNvSpPr/>
      </dsp:nvSpPr>
      <dsp:spPr>
        <a:xfrm>
          <a:off x="3442788" y="1847466"/>
          <a:ext cx="1405936" cy="1405936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Projekt MFA</a:t>
          </a:r>
          <a:endParaRPr lang="de-DE" sz="2400" kern="1200" dirty="0"/>
        </a:p>
      </dsp:txBody>
      <dsp:txXfrm>
        <a:off x="3648683" y="2053361"/>
        <a:ext cx="994146" cy="994146"/>
      </dsp:txXfrm>
    </dsp:sp>
    <dsp:sp modelId="{6992D9BE-B66F-4F18-9AAF-B4408A140944}">
      <dsp:nvSpPr>
        <dsp:cNvPr id="0" name=""/>
        <dsp:cNvSpPr/>
      </dsp:nvSpPr>
      <dsp:spPr>
        <a:xfrm rot="16200000">
          <a:off x="3933769" y="1620218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135157" y="1624880"/>
        <a:ext cx="21198" cy="21198"/>
      </dsp:txXfrm>
    </dsp:sp>
    <dsp:sp modelId="{CD9972A0-D453-4FCB-8E3B-E4EFAD01D121}">
      <dsp:nvSpPr>
        <dsp:cNvPr id="0" name=""/>
        <dsp:cNvSpPr/>
      </dsp:nvSpPr>
      <dsp:spPr>
        <a:xfrm>
          <a:off x="3442788" y="17556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¤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3648683" y="223451"/>
        <a:ext cx="994146" cy="994146"/>
      </dsp:txXfrm>
    </dsp:sp>
    <dsp:sp modelId="{D0830239-A840-469F-BB3E-5E7F142AE1A4}">
      <dsp:nvSpPr>
        <dsp:cNvPr id="0" name=""/>
        <dsp:cNvSpPr/>
      </dsp:nvSpPr>
      <dsp:spPr>
        <a:xfrm rot="20520000">
          <a:off x="4803943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5005331" y="2257098"/>
        <a:ext cx="21198" cy="21198"/>
      </dsp:txXfrm>
    </dsp:sp>
    <dsp:sp modelId="{F9D90C76-22D7-47E9-A79F-C6203BB97B05}">
      <dsp:nvSpPr>
        <dsp:cNvPr id="0" name=""/>
        <dsp:cNvSpPr/>
      </dsp:nvSpPr>
      <dsp:spPr>
        <a:xfrm>
          <a:off x="5183136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¦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5389031" y="1487887"/>
        <a:ext cx="994146" cy="994146"/>
      </dsp:txXfrm>
    </dsp:sp>
    <dsp:sp modelId="{FFB0958F-BB34-4CC3-A8AF-96218C516F1D}">
      <dsp:nvSpPr>
        <dsp:cNvPr id="0" name=""/>
        <dsp:cNvSpPr/>
      </dsp:nvSpPr>
      <dsp:spPr>
        <a:xfrm rot="3240000">
          <a:off x="4471566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672954" y="3280049"/>
        <a:ext cx="21198" cy="21198"/>
      </dsp:txXfrm>
    </dsp:sp>
    <dsp:sp modelId="{1EFA1DC6-6A01-4231-A22F-12D0809B9D11}">
      <dsp:nvSpPr>
        <dsp:cNvPr id="0" name=""/>
        <dsp:cNvSpPr/>
      </dsp:nvSpPr>
      <dsp:spPr>
        <a:xfrm>
          <a:off x="4518382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U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4724277" y="3533789"/>
        <a:ext cx="994146" cy="994146"/>
      </dsp:txXfrm>
    </dsp:sp>
    <dsp:sp modelId="{94573C76-ABC7-46D5-A6D2-60580E57B437}">
      <dsp:nvSpPr>
        <dsp:cNvPr id="0" name=""/>
        <dsp:cNvSpPr/>
      </dsp:nvSpPr>
      <dsp:spPr>
        <a:xfrm rot="7560000">
          <a:off x="3395972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597360" y="3280049"/>
        <a:ext cx="21198" cy="21198"/>
      </dsp:txXfrm>
    </dsp:sp>
    <dsp:sp modelId="{64BEA76F-933B-4266-BF20-D3418A90BE2F}">
      <dsp:nvSpPr>
        <dsp:cNvPr id="0" name=""/>
        <dsp:cNvSpPr/>
      </dsp:nvSpPr>
      <dsp:spPr>
        <a:xfrm>
          <a:off x="2367194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Â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2573089" y="3533789"/>
        <a:ext cx="994146" cy="994146"/>
      </dsp:txXfrm>
    </dsp:sp>
    <dsp:sp modelId="{A5A654F0-AE14-45C9-9CD3-83B5DA9258B0}">
      <dsp:nvSpPr>
        <dsp:cNvPr id="0" name=""/>
        <dsp:cNvSpPr/>
      </dsp:nvSpPr>
      <dsp:spPr>
        <a:xfrm rot="11880000">
          <a:off x="3063595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264983" y="2257098"/>
        <a:ext cx="21198" cy="21198"/>
      </dsp:txXfrm>
    </dsp:sp>
    <dsp:sp modelId="{8EDAC933-FF85-4784-BBC1-EB512470EC5A}">
      <dsp:nvSpPr>
        <dsp:cNvPr id="0" name=""/>
        <dsp:cNvSpPr/>
      </dsp:nvSpPr>
      <dsp:spPr>
        <a:xfrm>
          <a:off x="1702440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F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1908335" y="1487887"/>
        <a:ext cx="994146" cy="9941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F2A4F-FF21-4AD7-8655-D81252EF867C}">
      <dsp:nvSpPr>
        <dsp:cNvPr id="0" name=""/>
        <dsp:cNvSpPr/>
      </dsp:nvSpPr>
      <dsp:spPr>
        <a:xfrm>
          <a:off x="3442788" y="1847466"/>
          <a:ext cx="1405936" cy="1405936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Projekt MFA</a:t>
          </a:r>
          <a:endParaRPr lang="de-DE" sz="2400" kern="1200" dirty="0"/>
        </a:p>
      </dsp:txBody>
      <dsp:txXfrm>
        <a:off x="3648683" y="2053361"/>
        <a:ext cx="994146" cy="994146"/>
      </dsp:txXfrm>
    </dsp:sp>
    <dsp:sp modelId="{6992D9BE-B66F-4F18-9AAF-B4408A140944}">
      <dsp:nvSpPr>
        <dsp:cNvPr id="0" name=""/>
        <dsp:cNvSpPr/>
      </dsp:nvSpPr>
      <dsp:spPr>
        <a:xfrm rot="16200000">
          <a:off x="3933769" y="1620218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135157" y="1624880"/>
        <a:ext cx="21198" cy="21198"/>
      </dsp:txXfrm>
    </dsp:sp>
    <dsp:sp modelId="{CD9972A0-D453-4FCB-8E3B-E4EFAD01D121}">
      <dsp:nvSpPr>
        <dsp:cNvPr id="0" name=""/>
        <dsp:cNvSpPr/>
      </dsp:nvSpPr>
      <dsp:spPr>
        <a:xfrm>
          <a:off x="3442788" y="17556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¤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3648683" y="223451"/>
        <a:ext cx="994146" cy="994146"/>
      </dsp:txXfrm>
    </dsp:sp>
    <dsp:sp modelId="{D0830239-A840-469F-BB3E-5E7F142AE1A4}">
      <dsp:nvSpPr>
        <dsp:cNvPr id="0" name=""/>
        <dsp:cNvSpPr/>
      </dsp:nvSpPr>
      <dsp:spPr>
        <a:xfrm rot="20520000">
          <a:off x="4803943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5005331" y="2257098"/>
        <a:ext cx="21198" cy="21198"/>
      </dsp:txXfrm>
    </dsp:sp>
    <dsp:sp modelId="{F9D90C76-22D7-47E9-A79F-C6203BB97B05}">
      <dsp:nvSpPr>
        <dsp:cNvPr id="0" name=""/>
        <dsp:cNvSpPr/>
      </dsp:nvSpPr>
      <dsp:spPr>
        <a:xfrm>
          <a:off x="5183136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¦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5389031" y="1487887"/>
        <a:ext cx="994146" cy="994146"/>
      </dsp:txXfrm>
    </dsp:sp>
    <dsp:sp modelId="{FFB0958F-BB34-4CC3-A8AF-96218C516F1D}">
      <dsp:nvSpPr>
        <dsp:cNvPr id="0" name=""/>
        <dsp:cNvSpPr/>
      </dsp:nvSpPr>
      <dsp:spPr>
        <a:xfrm rot="3240000">
          <a:off x="4471566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>
        <a:off x="4672954" y="3280049"/>
        <a:ext cx="21198" cy="21198"/>
      </dsp:txXfrm>
    </dsp:sp>
    <dsp:sp modelId="{1EFA1DC6-6A01-4231-A22F-12D0809B9D11}">
      <dsp:nvSpPr>
        <dsp:cNvPr id="0" name=""/>
        <dsp:cNvSpPr/>
      </dsp:nvSpPr>
      <dsp:spPr>
        <a:xfrm>
          <a:off x="4518382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U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4724277" y="3533789"/>
        <a:ext cx="994146" cy="994146"/>
      </dsp:txXfrm>
    </dsp:sp>
    <dsp:sp modelId="{94573C76-ABC7-46D5-A6D2-60580E57B437}">
      <dsp:nvSpPr>
        <dsp:cNvPr id="0" name=""/>
        <dsp:cNvSpPr/>
      </dsp:nvSpPr>
      <dsp:spPr>
        <a:xfrm rot="7560000">
          <a:off x="3395972" y="327538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597360" y="3280049"/>
        <a:ext cx="21198" cy="21198"/>
      </dsp:txXfrm>
    </dsp:sp>
    <dsp:sp modelId="{64BEA76F-933B-4266-BF20-D3418A90BE2F}">
      <dsp:nvSpPr>
        <dsp:cNvPr id="0" name=""/>
        <dsp:cNvSpPr/>
      </dsp:nvSpPr>
      <dsp:spPr>
        <a:xfrm>
          <a:off x="2367194" y="3327894"/>
          <a:ext cx="1405936" cy="1405936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Â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2573089" y="3533789"/>
        <a:ext cx="994146" cy="994146"/>
      </dsp:txXfrm>
    </dsp:sp>
    <dsp:sp modelId="{A5A654F0-AE14-45C9-9CD3-83B5DA9258B0}">
      <dsp:nvSpPr>
        <dsp:cNvPr id="0" name=""/>
        <dsp:cNvSpPr/>
      </dsp:nvSpPr>
      <dsp:spPr>
        <a:xfrm rot="11880000">
          <a:off x="3063595" y="2252437"/>
          <a:ext cx="423973" cy="30521"/>
        </a:xfrm>
        <a:custGeom>
          <a:avLst/>
          <a:gdLst/>
          <a:ahLst/>
          <a:cxnLst/>
          <a:rect l="0" t="0" r="0" b="0"/>
          <a:pathLst>
            <a:path>
              <a:moveTo>
                <a:pt x="0" y="15260"/>
              </a:moveTo>
              <a:lnTo>
                <a:pt x="423973" y="152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400" kern="1200"/>
        </a:p>
      </dsp:txBody>
      <dsp:txXfrm rot="10800000">
        <a:off x="3264983" y="2257098"/>
        <a:ext cx="21198" cy="21198"/>
      </dsp:txXfrm>
    </dsp:sp>
    <dsp:sp modelId="{8EDAC933-FF85-4784-BBC1-EB512470EC5A}">
      <dsp:nvSpPr>
        <dsp:cNvPr id="0" name=""/>
        <dsp:cNvSpPr/>
      </dsp:nvSpPr>
      <dsp:spPr>
        <a:xfrm>
          <a:off x="1702440" y="1281992"/>
          <a:ext cx="1405936" cy="1405936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4800" kern="1200" dirty="0" smtClean="0">
              <a:latin typeface="Webdings" panose="05030102010509060703" pitchFamily="18" charset="2"/>
            </a:rPr>
            <a:t>F</a:t>
          </a:r>
          <a:endParaRPr lang="de-DE" sz="4800" kern="1200" dirty="0">
            <a:latin typeface="Webdings" panose="05030102010509060703" pitchFamily="18" charset="2"/>
          </a:endParaRPr>
        </a:p>
      </dsp:txBody>
      <dsp:txXfrm>
        <a:off x="1908335" y="1487887"/>
        <a:ext cx="994146" cy="9941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A35B3-613C-4B79-AAA2-0D8B74EC543F}">
      <dsp:nvSpPr>
        <dsp:cNvPr id="0" name=""/>
        <dsp:cNvSpPr/>
      </dsp:nvSpPr>
      <dsp:spPr>
        <a:xfrm>
          <a:off x="1176139" y="1187846"/>
          <a:ext cx="3563540" cy="3563540"/>
        </a:xfrm>
        <a:prstGeom prst="ellipse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CA279-01E6-45F5-8452-2BF5BE6299D0}">
      <dsp:nvSpPr>
        <dsp:cNvPr id="0" name=""/>
        <dsp:cNvSpPr/>
      </dsp:nvSpPr>
      <dsp:spPr>
        <a:xfrm>
          <a:off x="1685428" y="1697136"/>
          <a:ext cx="2544961" cy="254496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D0E30-684B-40AD-8248-DC7E5D6C63FD}">
      <dsp:nvSpPr>
        <dsp:cNvPr id="0" name=""/>
        <dsp:cNvSpPr/>
      </dsp:nvSpPr>
      <dsp:spPr>
        <a:xfrm>
          <a:off x="2194421" y="2206128"/>
          <a:ext cx="1526976" cy="1526976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BB7DD-D1E7-4D91-9B39-28CB24FDC579}">
      <dsp:nvSpPr>
        <dsp:cNvPr id="0" name=""/>
        <dsp:cNvSpPr/>
      </dsp:nvSpPr>
      <dsp:spPr>
        <a:xfrm>
          <a:off x="2703413" y="2715120"/>
          <a:ext cx="508992" cy="508992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80877-6253-4FD2-A980-81CF7C1499C3}">
      <dsp:nvSpPr>
        <dsp:cNvPr id="0" name=""/>
        <dsp:cNvSpPr/>
      </dsp:nvSpPr>
      <dsp:spPr>
        <a:xfrm>
          <a:off x="5333603" y="0"/>
          <a:ext cx="1781770" cy="852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 smtClean="0"/>
            <a:t>Stückkosten reduzieren</a:t>
          </a:r>
          <a:endParaRPr lang="de-DE" sz="1500" kern="1200" dirty="0"/>
        </a:p>
      </dsp:txBody>
      <dsp:txXfrm>
        <a:off x="5333603" y="0"/>
        <a:ext cx="1781770" cy="852280"/>
      </dsp:txXfrm>
    </dsp:sp>
    <dsp:sp modelId="{5A815901-E85C-4736-AF8D-ABC1F87C088E}">
      <dsp:nvSpPr>
        <dsp:cNvPr id="0" name=""/>
        <dsp:cNvSpPr/>
      </dsp:nvSpPr>
      <dsp:spPr>
        <a:xfrm>
          <a:off x="4888160" y="426140"/>
          <a:ext cx="44544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8CDFE-4B56-4A7A-9563-58A9398116E0}">
      <dsp:nvSpPr>
        <dsp:cNvPr id="0" name=""/>
        <dsp:cNvSpPr/>
      </dsp:nvSpPr>
      <dsp:spPr>
        <a:xfrm rot="5400000">
          <a:off x="2649069" y="706768"/>
          <a:ext cx="2518235" cy="1959947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9254E3-75D2-4D67-8469-40F88FC06F8B}">
      <dsp:nvSpPr>
        <dsp:cNvPr id="0" name=""/>
        <dsp:cNvSpPr/>
      </dsp:nvSpPr>
      <dsp:spPr>
        <a:xfrm>
          <a:off x="5333603" y="852280"/>
          <a:ext cx="1781770" cy="852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 smtClean="0"/>
            <a:t>Ausfallzeiten senken</a:t>
          </a:r>
          <a:endParaRPr lang="de-DE" sz="1500" kern="1200" dirty="0"/>
        </a:p>
      </dsp:txBody>
      <dsp:txXfrm>
        <a:off x="5333603" y="852280"/>
        <a:ext cx="1781770" cy="852280"/>
      </dsp:txXfrm>
    </dsp:sp>
    <dsp:sp modelId="{BB9E82A8-499A-4A18-BEB3-A1D664CCFA29}">
      <dsp:nvSpPr>
        <dsp:cNvPr id="0" name=""/>
        <dsp:cNvSpPr/>
      </dsp:nvSpPr>
      <dsp:spPr>
        <a:xfrm>
          <a:off x="4888160" y="1278420"/>
          <a:ext cx="44544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3C77D8-C563-4424-8063-67AF5B531CF9}">
      <dsp:nvSpPr>
        <dsp:cNvPr id="0" name=""/>
        <dsp:cNvSpPr/>
      </dsp:nvSpPr>
      <dsp:spPr>
        <a:xfrm rot="5400000">
          <a:off x="3085009" y="1545091"/>
          <a:ext cx="2068041" cy="1535291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D41479-C6C8-49FE-8B35-2972ED4AA0AA}">
      <dsp:nvSpPr>
        <dsp:cNvPr id="0" name=""/>
        <dsp:cNvSpPr/>
      </dsp:nvSpPr>
      <dsp:spPr>
        <a:xfrm>
          <a:off x="5333603" y="1704560"/>
          <a:ext cx="1781770" cy="852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dirty="0" smtClean="0"/>
            <a:t>Qualität verbessern</a:t>
          </a:r>
          <a:endParaRPr lang="de-DE" sz="1500" kern="1200" dirty="0"/>
        </a:p>
      </dsp:txBody>
      <dsp:txXfrm>
        <a:off x="5333603" y="1704560"/>
        <a:ext cx="1781770" cy="852280"/>
      </dsp:txXfrm>
    </dsp:sp>
    <dsp:sp modelId="{979CEFF4-EFD7-457B-91B3-974D2C277D1A}">
      <dsp:nvSpPr>
        <dsp:cNvPr id="0" name=""/>
        <dsp:cNvSpPr/>
      </dsp:nvSpPr>
      <dsp:spPr>
        <a:xfrm>
          <a:off x="4888160" y="2130700"/>
          <a:ext cx="44544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D0378-CAC7-444F-BB41-960E8ADC9E35}">
      <dsp:nvSpPr>
        <dsp:cNvPr id="0" name=""/>
        <dsp:cNvSpPr/>
      </dsp:nvSpPr>
      <dsp:spPr>
        <a:xfrm rot="5400000">
          <a:off x="3506991" y="2326397"/>
          <a:ext cx="1577460" cy="1184877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B9D38-028D-4799-ADE3-B236CAB20CCC}">
      <dsp:nvSpPr>
        <dsp:cNvPr id="0" name=""/>
        <dsp:cNvSpPr/>
      </dsp:nvSpPr>
      <dsp:spPr>
        <a:xfrm>
          <a:off x="5333603" y="2556840"/>
          <a:ext cx="1781770" cy="852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500" kern="1200" noProof="1" smtClean="0"/>
            <a:t>Kundenzufriedenheit erhöhen</a:t>
          </a:r>
          <a:endParaRPr lang="de-DE" sz="1500" kern="1200" noProof="1"/>
        </a:p>
      </dsp:txBody>
      <dsp:txXfrm>
        <a:off x="5333603" y="2556840"/>
        <a:ext cx="1781770" cy="852280"/>
      </dsp:txXfrm>
    </dsp:sp>
    <dsp:sp modelId="{02CF2569-8443-4743-B223-EB10A93D85C6}">
      <dsp:nvSpPr>
        <dsp:cNvPr id="0" name=""/>
        <dsp:cNvSpPr/>
      </dsp:nvSpPr>
      <dsp:spPr>
        <a:xfrm>
          <a:off x="4888160" y="2982980"/>
          <a:ext cx="44544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E3E92-8160-46A9-A2D0-3241CD09282A}">
      <dsp:nvSpPr>
        <dsp:cNvPr id="0" name=""/>
        <dsp:cNvSpPr/>
      </dsp:nvSpPr>
      <dsp:spPr>
        <a:xfrm rot="5400000">
          <a:off x="3929984" y="3110792"/>
          <a:ext cx="1084266" cy="827929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EA355-4832-4A68-9D76-66409F0989E9}">
      <dsp:nvSpPr>
        <dsp:cNvPr id="0" name=""/>
        <dsp:cNvSpPr/>
      </dsp:nvSpPr>
      <dsp:spPr>
        <a:xfrm>
          <a:off x="2429" y="1157067"/>
          <a:ext cx="2437251" cy="243725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0000" tIns="20320" rIns="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Stückkosten reduzieren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59356" y="1513994"/>
        <a:ext cx="1723397" cy="1723397"/>
      </dsp:txXfrm>
    </dsp:sp>
    <dsp:sp modelId="{F3AE8858-9394-480B-8E70-2EC3D6EE4B46}">
      <dsp:nvSpPr>
        <dsp:cNvPr id="0" name=""/>
        <dsp:cNvSpPr/>
      </dsp:nvSpPr>
      <dsp:spPr>
        <a:xfrm>
          <a:off x="1952230" y="1157067"/>
          <a:ext cx="2437251" cy="243725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0000" tIns="20320" rIns="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Ausfallzeiten senken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2309157" y="1513994"/>
        <a:ext cx="1723397" cy="1723397"/>
      </dsp:txXfrm>
    </dsp:sp>
    <dsp:sp modelId="{0C58A03B-A5B7-4629-9857-2C3CBB9F3891}">
      <dsp:nvSpPr>
        <dsp:cNvPr id="0" name=""/>
        <dsp:cNvSpPr/>
      </dsp:nvSpPr>
      <dsp:spPr>
        <a:xfrm>
          <a:off x="3902031" y="1157067"/>
          <a:ext cx="2437251" cy="243725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0000" tIns="20320" rIns="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Qualität verbessern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4258958" y="1513994"/>
        <a:ext cx="1723397" cy="1723397"/>
      </dsp:txXfrm>
    </dsp:sp>
    <dsp:sp modelId="{7FE92B3F-E434-4D3E-8FF8-393C4C88B2E2}">
      <dsp:nvSpPr>
        <dsp:cNvPr id="0" name=""/>
        <dsp:cNvSpPr/>
      </dsp:nvSpPr>
      <dsp:spPr>
        <a:xfrm>
          <a:off x="5851832" y="1157067"/>
          <a:ext cx="2437251" cy="243725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80000" tIns="20320" rIns="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Kundenzufrieden-heit erhöhen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noProof="1"/>
        </a:p>
      </dsp:txBody>
      <dsp:txXfrm>
        <a:off x="6208759" y="1513994"/>
        <a:ext cx="1723397" cy="172339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27F3C-CA24-4619-A3D9-20E811EC4566}">
      <dsp:nvSpPr>
        <dsp:cNvPr id="0" name=""/>
        <dsp:cNvSpPr/>
      </dsp:nvSpPr>
      <dsp:spPr>
        <a:xfrm>
          <a:off x="0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Stückkosten </a:t>
          </a:r>
          <a:br>
            <a:rPr lang="de-DE" sz="1600" b="1" kern="1200" dirty="0" smtClean="0"/>
          </a:br>
          <a:r>
            <a:rPr lang="de-DE" sz="1600" b="1" kern="1200" dirty="0" smtClean="0"/>
            <a:t>reduzieren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97186" y="512378"/>
        <a:ext cx="1917781" cy="1917777"/>
      </dsp:txXfrm>
    </dsp:sp>
    <dsp:sp modelId="{96858C06-CF40-4C3F-B590-8582DAFB93E6}">
      <dsp:nvSpPr>
        <dsp:cNvPr id="0" name=""/>
        <dsp:cNvSpPr/>
      </dsp:nvSpPr>
      <dsp:spPr>
        <a:xfrm>
          <a:off x="1394632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Ausfallzeiten </a:t>
          </a:r>
          <a:br>
            <a:rPr lang="de-DE" sz="1600" b="1" kern="1200" dirty="0" smtClean="0"/>
          </a:br>
          <a:r>
            <a:rPr lang="de-DE" sz="1600" b="1" kern="1200" dirty="0" smtClean="0"/>
            <a:t>senken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1791818" y="2321230"/>
        <a:ext cx="1917781" cy="1917777"/>
      </dsp:txXfrm>
    </dsp:sp>
    <dsp:sp modelId="{CCAC2564-909E-402A-BF5E-721721F282A2}">
      <dsp:nvSpPr>
        <dsp:cNvPr id="0" name=""/>
        <dsp:cNvSpPr/>
      </dsp:nvSpPr>
      <dsp:spPr>
        <a:xfrm>
          <a:off x="2790094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Qualität </a:t>
          </a:r>
          <a:br>
            <a:rPr lang="de-DE" sz="1600" b="1" kern="1200" dirty="0" smtClean="0"/>
          </a:br>
          <a:r>
            <a:rPr lang="de-DE" sz="1600" b="1" kern="1200" dirty="0" smtClean="0"/>
            <a:t>verbessern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187280" y="512378"/>
        <a:ext cx="1917781" cy="1917777"/>
      </dsp:txXfrm>
    </dsp:sp>
    <dsp:sp modelId="{2A4975F9-BE19-426E-964E-83E5DE48334F}">
      <dsp:nvSpPr>
        <dsp:cNvPr id="0" name=""/>
        <dsp:cNvSpPr/>
      </dsp:nvSpPr>
      <dsp:spPr>
        <a:xfrm>
          <a:off x="4184726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Kundenzufrieden-heit erhöhen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noProof="1"/>
        </a:p>
      </dsp:txBody>
      <dsp:txXfrm>
        <a:off x="4581912" y="2321230"/>
        <a:ext cx="1917781" cy="1917777"/>
      </dsp:txXfrm>
    </dsp:sp>
    <dsp:sp modelId="{0100ED25-F1B8-4949-88F4-7A0ED8506089}">
      <dsp:nvSpPr>
        <dsp:cNvPr id="0" name=""/>
        <dsp:cNvSpPr/>
      </dsp:nvSpPr>
      <dsp:spPr>
        <a:xfrm>
          <a:off x="5579359" y="7147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72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Qualifizierungsniveau</a:t>
          </a:r>
          <a:br>
            <a:rPr lang="de-DE" sz="1600" b="1" kern="1200" noProof="1" smtClean="0"/>
          </a:br>
          <a:r>
            <a:rPr lang="de-DE" sz="1600" b="1" kern="1200" noProof="1" smtClean="0"/>
            <a:t>anheben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2</a:t>
          </a:r>
          <a:endParaRPr lang="de-DE" sz="1400" kern="1200" noProof="1"/>
        </a:p>
      </dsp:txBody>
      <dsp:txXfrm>
        <a:off x="5976545" y="468658"/>
        <a:ext cx="1917781" cy="191777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27F3C-CA24-4619-A3D9-20E811EC4566}">
      <dsp:nvSpPr>
        <dsp:cNvPr id="0" name=""/>
        <dsp:cNvSpPr/>
      </dsp:nvSpPr>
      <dsp:spPr>
        <a:xfrm>
          <a:off x="0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Stückkosten </a:t>
          </a:r>
          <a:br>
            <a:rPr lang="de-DE" sz="1600" b="1" kern="1200" dirty="0" smtClean="0"/>
          </a:br>
          <a:r>
            <a:rPr lang="de-DE" sz="1600" b="1" kern="1200" dirty="0" smtClean="0"/>
            <a:t>reduzieren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97186" y="512378"/>
        <a:ext cx="1917781" cy="1917777"/>
      </dsp:txXfrm>
    </dsp:sp>
    <dsp:sp modelId="{96858C06-CF40-4C3F-B590-8582DAFB93E6}">
      <dsp:nvSpPr>
        <dsp:cNvPr id="0" name=""/>
        <dsp:cNvSpPr/>
      </dsp:nvSpPr>
      <dsp:spPr>
        <a:xfrm>
          <a:off x="1394632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Ausfallzeiten </a:t>
          </a:r>
          <a:br>
            <a:rPr lang="de-DE" sz="1600" b="1" kern="1200" dirty="0" smtClean="0"/>
          </a:br>
          <a:r>
            <a:rPr lang="de-DE" sz="1600" b="1" kern="1200" dirty="0" smtClean="0"/>
            <a:t>senken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1791818" y="2321230"/>
        <a:ext cx="1917781" cy="1917777"/>
      </dsp:txXfrm>
    </dsp:sp>
    <dsp:sp modelId="{CCAC2564-909E-402A-BF5E-721721F282A2}">
      <dsp:nvSpPr>
        <dsp:cNvPr id="0" name=""/>
        <dsp:cNvSpPr/>
      </dsp:nvSpPr>
      <dsp:spPr>
        <a:xfrm>
          <a:off x="2790094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Qualität </a:t>
          </a:r>
          <a:br>
            <a:rPr lang="de-DE" sz="1600" b="1" kern="1200" dirty="0" smtClean="0"/>
          </a:br>
          <a:r>
            <a:rPr lang="de-DE" sz="1600" b="1" kern="1200" dirty="0" smtClean="0"/>
            <a:t>verbessern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187280" y="512378"/>
        <a:ext cx="1917781" cy="1917777"/>
      </dsp:txXfrm>
    </dsp:sp>
    <dsp:sp modelId="{2A4975F9-BE19-426E-964E-83E5DE48334F}">
      <dsp:nvSpPr>
        <dsp:cNvPr id="0" name=""/>
        <dsp:cNvSpPr/>
      </dsp:nvSpPr>
      <dsp:spPr>
        <a:xfrm>
          <a:off x="4184726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Kundenzufrieden-heit erhöhen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noProof="1"/>
        </a:p>
      </dsp:txBody>
      <dsp:txXfrm>
        <a:off x="4581912" y="2321230"/>
        <a:ext cx="1917781" cy="1917777"/>
      </dsp:txXfrm>
    </dsp:sp>
    <dsp:sp modelId="{0100ED25-F1B8-4949-88F4-7A0ED8506089}">
      <dsp:nvSpPr>
        <dsp:cNvPr id="0" name=""/>
        <dsp:cNvSpPr/>
      </dsp:nvSpPr>
      <dsp:spPr>
        <a:xfrm>
          <a:off x="5579359" y="7147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72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Qualifizierungsniveau</a:t>
          </a:r>
          <a:br>
            <a:rPr lang="de-DE" sz="1600" b="1" kern="1200" noProof="1" smtClean="0"/>
          </a:br>
          <a:r>
            <a:rPr lang="de-DE" sz="1600" b="1" kern="1200" noProof="1" smtClean="0"/>
            <a:t>anheben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2</a:t>
          </a:r>
          <a:endParaRPr lang="de-DE" sz="1400" kern="1200" noProof="1"/>
        </a:p>
      </dsp:txBody>
      <dsp:txXfrm>
        <a:off x="5976545" y="468658"/>
        <a:ext cx="1917781" cy="19177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27F3C-CA24-4619-A3D9-20E811EC4566}">
      <dsp:nvSpPr>
        <dsp:cNvPr id="0" name=""/>
        <dsp:cNvSpPr/>
      </dsp:nvSpPr>
      <dsp:spPr>
        <a:xfrm>
          <a:off x="0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Stückkosten </a:t>
          </a:r>
          <a:br>
            <a:rPr lang="de-DE" sz="1600" b="1" kern="1200" dirty="0" smtClean="0"/>
          </a:br>
          <a:r>
            <a:rPr lang="de-DE" sz="1600" b="1" kern="1200" dirty="0" smtClean="0"/>
            <a:t>reduzieren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97186" y="512378"/>
        <a:ext cx="1917781" cy="1917777"/>
      </dsp:txXfrm>
    </dsp:sp>
    <dsp:sp modelId="{96858C06-CF40-4C3F-B590-8582DAFB93E6}">
      <dsp:nvSpPr>
        <dsp:cNvPr id="0" name=""/>
        <dsp:cNvSpPr/>
      </dsp:nvSpPr>
      <dsp:spPr>
        <a:xfrm>
          <a:off x="1394632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Ausfallzeiten </a:t>
          </a:r>
          <a:br>
            <a:rPr lang="de-DE" sz="1600" b="1" kern="1200" dirty="0" smtClean="0"/>
          </a:br>
          <a:r>
            <a:rPr lang="de-DE" sz="1600" b="1" kern="1200" dirty="0" smtClean="0"/>
            <a:t>senken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1791818" y="2321230"/>
        <a:ext cx="1917781" cy="1917777"/>
      </dsp:txXfrm>
    </dsp:sp>
    <dsp:sp modelId="{CCAC2564-909E-402A-BF5E-721721F282A2}">
      <dsp:nvSpPr>
        <dsp:cNvPr id="0" name=""/>
        <dsp:cNvSpPr/>
      </dsp:nvSpPr>
      <dsp:spPr>
        <a:xfrm>
          <a:off x="2790094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Qualität </a:t>
          </a:r>
          <a:br>
            <a:rPr lang="de-DE" sz="1600" b="1" kern="1200" dirty="0" smtClean="0"/>
          </a:br>
          <a:r>
            <a:rPr lang="de-DE" sz="1600" b="1" kern="1200" dirty="0" smtClean="0"/>
            <a:t>verbessern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187280" y="512378"/>
        <a:ext cx="1917781" cy="1917777"/>
      </dsp:txXfrm>
    </dsp:sp>
    <dsp:sp modelId="{2A4975F9-BE19-426E-964E-83E5DE48334F}">
      <dsp:nvSpPr>
        <dsp:cNvPr id="0" name=""/>
        <dsp:cNvSpPr/>
      </dsp:nvSpPr>
      <dsp:spPr>
        <a:xfrm>
          <a:off x="4184726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Kundenzufrieden-heit erhöhen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noProof="1"/>
        </a:p>
      </dsp:txBody>
      <dsp:txXfrm>
        <a:off x="4581912" y="2321230"/>
        <a:ext cx="1917781" cy="1917777"/>
      </dsp:txXfrm>
    </dsp:sp>
    <dsp:sp modelId="{0100ED25-F1B8-4949-88F4-7A0ED8506089}">
      <dsp:nvSpPr>
        <dsp:cNvPr id="0" name=""/>
        <dsp:cNvSpPr/>
      </dsp:nvSpPr>
      <dsp:spPr>
        <a:xfrm>
          <a:off x="5579359" y="71473"/>
          <a:ext cx="2712153" cy="2712147"/>
        </a:xfrm>
        <a:prstGeom prst="ellipse">
          <a:avLst/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72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Qualifizierungsniveau</a:t>
          </a:r>
          <a:br>
            <a:rPr lang="de-DE" sz="1600" b="1" kern="1200" noProof="1" smtClean="0"/>
          </a:br>
          <a:r>
            <a:rPr lang="de-DE" sz="1600" b="1" kern="1200" noProof="1" smtClean="0"/>
            <a:t>anheben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2</a:t>
          </a:r>
          <a:endParaRPr lang="de-DE" sz="1400" kern="1200" noProof="1"/>
        </a:p>
      </dsp:txBody>
      <dsp:txXfrm>
        <a:off x="5976545" y="468658"/>
        <a:ext cx="1917781" cy="191777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27F3C-CA24-4619-A3D9-20E811EC4566}">
      <dsp:nvSpPr>
        <dsp:cNvPr id="0" name=""/>
        <dsp:cNvSpPr/>
      </dsp:nvSpPr>
      <dsp:spPr>
        <a:xfrm>
          <a:off x="0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Stückkosten </a:t>
          </a:r>
          <a:br>
            <a:rPr lang="de-DE" sz="1600" b="1" kern="1200" dirty="0" smtClean="0"/>
          </a:br>
          <a:r>
            <a:rPr lang="de-DE" sz="1600" b="1" kern="1200" dirty="0" smtClean="0"/>
            <a:t>reduzieren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97186" y="512378"/>
        <a:ext cx="1917781" cy="1917777"/>
      </dsp:txXfrm>
    </dsp:sp>
    <dsp:sp modelId="{96858C06-CF40-4C3F-B590-8582DAFB93E6}">
      <dsp:nvSpPr>
        <dsp:cNvPr id="0" name=""/>
        <dsp:cNvSpPr/>
      </dsp:nvSpPr>
      <dsp:spPr>
        <a:xfrm>
          <a:off x="1394632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Ausfallzeiten </a:t>
          </a:r>
          <a:br>
            <a:rPr lang="de-DE" sz="1600" b="1" kern="1200" dirty="0" smtClean="0"/>
          </a:br>
          <a:r>
            <a:rPr lang="de-DE" sz="1600" b="1" kern="1200" dirty="0" smtClean="0"/>
            <a:t>senken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1791818" y="2321230"/>
        <a:ext cx="1917781" cy="1917777"/>
      </dsp:txXfrm>
    </dsp:sp>
    <dsp:sp modelId="{CCAC2564-909E-402A-BF5E-721721F282A2}">
      <dsp:nvSpPr>
        <dsp:cNvPr id="0" name=""/>
        <dsp:cNvSpPr/>
      </dsp:nvSpPr>
      <dsp:spPr>
        <a:xfrm>
          <a:off x="2790094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Qualität </a:t>
          </a:r>
          <a:br>
            <a:rPr lang="de-DE" sz="1600" b="1" kern="1200" dirty="0" smtClean="0"/>
          </a:br>
          <a:r>
            <a:rPr lang="de-DE" sz="1600" b="1" kern="1200" dirty="0" smtClean="0"/>
            <a:t>verbessern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187280" y="512378"/>
        <a:ext cx="1917781" cy="1917777"/>
      </dsp:txXfrm>
    </dsp:sp>
    <dsp:sp modelId="{2A4975F9-BE19-426E-964E-83E5DE48334F}">
      <dsp:nvSpPr>
        <dsp:cNvPr id="0" name=""/>
        <dsp:cNvSpPr/>
      </dsp:nvSpPr>
      <dsp:spPr>
        <a:xfrm>
          <a:off x="4184726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Kundenzufrieden-heit erhöhen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noProof="1"/>
        </a:p>
      </dsp:txBody>
      <dsp:txXfrm>
        <a:off x="4581912" y="2321230"/>
        <a:ext cx="1917781" cy="1917777"/>
      </dsp:txXfrm>
    </dsp:sp>
    <dsp:sp modelId="{0100ED25-F1B8-4949-88F4-7A0ED8506089}">
      <dsp:nvSpPr>
        <dsp:cNvPr id="0" name=""/>
        <dsp:cNvSpPr/>
      </dsp:nvSpPr>
      <dsp:spPr>
        <a:xfrm>
          <a:off x="5579359" y="7147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72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Qualifizierungsniveau</a:t>
          </a:r>
          <a:br>
            <a:rPr lang="de-DE" sz="1600" b="1" kern="1200" noProof="1" smtClean="0"/>
          </a:br>
          <a:r>
            <a:rPr lang="de-DE" sz="1600" b="1" kern="1200" noProof="1" smtClean="0"/>
            <a:t>anheben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2</a:t>
          </a:r>
          <a:endParaRPr lang="de-DE" sz="1400" kern="1200" noProof="1"/>
        </a:p>
      </dsp:txBody>
      <dsp:txXfrm>
        <a:off x="5976545" y="468658"/>
        <a:ext cx="1917781" cy="191777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27F3C-CA24-4619-A3D9-20E811EC4566}">
      <dsp:nvSpPr>
        <dsp:cNvPr id="0" name=""/>
        <dsp:cNvSpPr/>
      </dsp:nvSpPr>
      <dsp:spPr>
        <a:xfrm>
          <a:off x="0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Stückkosten </a:t>
          </a:r>
          <a:br>
            <a:rPr lang="de-DE" sz="1600" b="1" kern="1200" dirty="0" smtClean="0"/>
          </a:br>
          <a:r>
            <a:rPr lang="de-DE" sz="1600" b="1" kern="1200" dirty="0" smtClean="0"/>
            <a:t>reduzieren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97186" y="512378"/>
        <a:ext cx="1917781" cy="1917777"/>
      </dsp:txXfrm>
    </dsp:sp>
    <dsp:sp modelId="{96858C06-CF40-4C3F-B590-8582DAFB93E6}">
      <dsp:nvSpPr>
        <dsp:cNvPr id="0" name=""/>
        <dsp:cNvSpPr/>
      </dsp:nvSpPr>
      <dsp:spPr>
        <a:xfrm>
          <a:off x="1394632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Ausfallzeiten </a:t>
          </a:r>
          <a:br>
            <a:rPr lang="de-DE" sz="1600" b="1" kern="1200" dirty="0" smtClean="0"/>
          </a:br>
          <a:r>
            <a:rPr lang="de-DE" sz="1600" b="1" kern="1200" dirty="0" smtClean="0"/>
            <a:t>senken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1791818" y="2321230"/>
        <a:ext cx="1917781" cy="1917777"/>
      </dsp:txXfrm>
    </dsp:sp>
    <dsp:sp modelId="{CCAC2564-909E-402A-BF5E-721721F282A2}">
      <dsp:nvSpPr>
        <dsp:cNvPr id="0" name=""/>
        <dsp:cNvSpPr/>
      </dsp:nvSpPr>
      <dsp:spPr>
        <a:xfrm>
          <a:off x="2790094" y="11519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dirty="0" smtClean="0"/>
            <a:t>Qualität </a:t>
          </a:r>
          <a:br>
            <a:rPr lang="de-DE" sz="1600" b="1" kern="1200" dirty="0" smtClean="0"/>
          </a:br>
          <a:r>
            <a:rPr lang="de-DE" sz="1600" b="1" kern="1200" dirty="0" smtClean="0"/>
            <a:t>verbessern</a:t>
          </a:r>
          <a:endParaRPr lang="de-DE" sz="16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dirty="0"/>
        </a:p>
      </dsp:txBody>
      <dsp:txXfrm>
        <a:off x="3187280" y="512378"/>
        <a:ext cx="1917781" cy="1917777"/>
      </dsp:txXfrm>
    </dsp:sp>
    <dsp:sp modelId="{2A4975F9-BE19-426E-964E-83E5DE48334F}">
      <dsp:nvSpPr>
        <dsp:cNvPr id="0" name=""/>
        <dsp:cNvSpPr/>
      </dsp:nvSpPr>
      <dsp:spPr>
        <a:xfrm>
          <a:off x="4184726" y="1924045"/>
          <a:ext cx="2712153" cy="2712147"/>
        </a:xfrm>
        <a:prstGeom prst="ellipse">
          <a:avLst/>
        </a:prstGeom>
        <a:gradFill rotWithShape="1">
          <a:gsLst>
            <a:gs pos="0">
              <a:schemeClr val="accent5">
                <a:shade val="51000"/>
                <a:satMod val="130000"/>
              </a:schemeClr>
            </a:gs>
            <a:gs pos="80000">
              <a:schemeClr val="accent5">
                <a:shade val="93000"/>
                <a:satMod val="130000"/>
              </a:schemeClr>
            </a:gs>
            <a:gs pos="100000">
              <a:schemeClr val="accent5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  <dsp:txBody>
        <a:bodyPr spcFirstLastPara="0" vert="horz" wrap="square" lIns="180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Kundenzufrieden-heit erhöhen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dirty="0" smtClean="0"/>
            <a:t>Maßnahme 2</a:t>
          </a:r>
          <a:endParaRPr lang="de-DE" sz="1400" kern="1200" noProof="1"/>
        </a:p>
      </dsp:txBody>
      <dsp:txXfrm>
        <a:off x="4581912" y="2321230"/>
        <a:ext cx="1917781" cy="1917777"/>
      </dsp:txXfrm>
    </dsp:sp>
    <dsp:sp modelId="{0100ED25-F1B8-4949-88F4-7A0ED8506089}">
      <dsp:nvSpPr>
        <dsp:cNvPr id="0" name=""/>
        <dsp:cNvSpPr/>
      </dsp:nvSpPr>
      <dsp:spPr>
        <a:xfrm>
          <a:off x="5579359" y="71473"/>
          <a:ext cx="2712153" cy="2712147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72000" tIns="60960" rIns="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600" b="1" kern="1200" noProof="1" smtClean="0"/>
            <a:t>Qualifizierungsniveau</a:t>
          </a:r>
          <a:br>
            <a:rPr lang="de-DE" sz="1600" b="1" kern="1200" noProof="1" smtClean="0"/>
          </a:br>
          <a:r>
            <a:rPr lang="de-DE" sz="1600" b="1" kern="1200" noProof="1" smtClean="0"/>
            <a:t>anheben</a:t>
          </a:r>
          <a:endParaRPr lang="de-DE" sz="1600" b="1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1</a:t>
          </a:r>
          <a:endParaRPr lang="de-DE" sz="1400" kern="1200" noProof="1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400" kern="1200" noProof="1" smtClean="0"/>
            <a:t>Maßnahme 2</a:t>
          </a:r>
          <a:endParaRPr lang="de-DE" sz="1400" kern="1200" noProof="1"/>
        </a:p>
      </dsp:txBody>
      <dsp:txXfrm>
        <a:off x="5976545" y="468658"/>
        <a:ext cx="1917781" cy="1917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einander greifende Ringe"/>
  <dgm:desc val="Hiermit zeigen Sie überlappende oder ineinander greifende Ideen oder Konzepte an. Die ersten sieben Zeilen mit Text der Ebene 1 entsprechen einem Kreis. Nicht verwendeter Text wird nicht angezeigt, ist aber weiterhin verfügbar, wenn Sie das Layout wechseln.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einander greifende Ringe"/>
  <dgm:desc val="Hiermit zeigen Sie überlappende oder ineinander greifende Ideen oder Konzepte an. Die ersten sieben Zeilen mit Text der Ebene 1 entsprechen einem Kreis. Nicht verwendeter Text wird nicht angezeigt, ist aber weiterhin verfügbar, wenn Sie das Layout wechseln.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einander greifende Ringe"/>
  <dgm:desc val="Hiermit zeigen Sie überlappende oder ineinander greifende Ideen oder Konzepte an. Die ersten sieben Zeilen mit Text der Ebene 1 entsprechen einem Kreis. Nicht verwendeter Text wird nicht angezeigt, ist aber weiterhin verfügbar, wenn Sie das Layout wechseln.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einander greifende Ringe"/>
  <dgm:desc val="Hiermit zeigen Sie überlappende oder ineinander greifende Ideen oder Konzepte an. Die ersten sieben Zeilen mit Text der Ebene 1 entsprechen einem Kreis. Nicht verwendeter Text wird nicht angezeigt, ist aber weiterhin verfügbar, wenn Sie das Layout wechseln.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einander greifende Ringe"/>
  <dgm:desc val="Hiermit zeigen Sie überlappende oder ineinander greifende Ideen oder Konzepte an. Die ersten sieben Zeilen mit Text der Ebene 1 entsprechen einem Kreis. Nicht verwendeter Text wird nicht angezeigt, ist aber weiterhin verfügbar, wenn Sie das Layout wechseln.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2" y="449263"/>
            <a:ext cx="6300000" cy="585946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>
            <a:off x="6867012" y="4436725"/>
            <a:ext cx="1872000" cy="1872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5837" y="2130425"/>
            <a:ext cx="6032387" cy="1470025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55837" y="4221088"/>
            <a:ext cx="6032387" cy="14177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A30000"/>
              </a:clrFrom>
              <a:clrTo>
                <a:srgbClr val="A3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272" y="5805264"/>
            <a:ext cx="1655480" cy="31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6867012" y="449263"/>
            <a:ext cx="1872000" cy="1872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6867012" y="2442994"/>
            <a:ext cx="1872000" cy="18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48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18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3" y="449263"/>
            <a:ext cx="7740000" cy="58594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6"/>
          <p:cNvSpPr/>
          <p:nvPr userDrawn="1"/>
        </p:nvSpPr>
        <p:spPr>
          <a:xfrm>
            <a:off x="8308022" y="449262"/>
            <a:ext cx="430742" cy="158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7"/>
          <p:cNvSpPr/>
          <p:nvPr userDrawn="1"/>
        </p:nvSpPr>
        <p:spPr>
          <a:xfrm>
            <a:off x="8308016" y="2153334"/>
            <a:ext cx="430748" cy="41553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234063" cy="1362075"/>
          </a:xfrm>
        </p:spPr>
        <p:txBody>
          <a:bodyPr anchor="ctr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234063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5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0154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52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56848"/>
            <a:ext cx="4040188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32856"/>
            <a:ext cx="4040188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98365" y="1556848"/>
            <a:ext cx="4041775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98365" y="2132856"/>
            <a:ext cx="4041775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29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73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+ Kach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tangle 26"/>
          <p:cNvSpPr/>
          <p:nvPr userDrawn="1"/>
        </p:nvSpPr>
        <p:spPr>
          <a:xfrm>
            <a:off x="449263" y="2334242"/>
            <a:ext cx="1965782" cy="189280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9"/>
          <p:cNvSpPr/>
          <p:nvPr userDrawn="1"/>
        </p:nvSpPr>
        <p:spPr>
          <a:xfrm>
            <a:off x="2568039" y="258763"/>
            <a:ext cx="1959874" cy="189201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0"/>
          <p:cNvSpPr/>
          <p:nvPr userDrawn="1"/>
        </p:nvSpPr>
        <p:spPr>
          <a:xfrm>
            <a:off x="6788702" y="4409249"/>
            <a:ext cx="1951756" cy="189280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Rectangle 31"/>
          <p:cNvSpPr/>
          <p:nvPr userDrawn="1"/>
        </p:nvSpPr>
        <p:spPr>
          <a:xfrm>
            <a:off x="6788702" y="258763"/>
            <a:ext cx="1951756" cy="18932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2568039" y="2334242"/>
            <a:ext cx="4086762" cy="397001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2" name="Picture Placeholder 21"/>
          <p:cNvSpPr>
            <a:spLocks noGrp="1"/>
          </p:cNvSpPr>
          <p:nvPr>
            <p:ph type="pic" sz="quarter" idx="16"/>
          </p:nvPr>
        </p:nvSpPr>
        <p:spPr>
          <a:xfrm>
            <a:off x="4680907" y="258764"/>
            <a:ext cx="1954800" cy="1893279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3" name="Picture Placeholder 21"/>
          <p:cNvSpPr>
            <a:spLocks noGrp="1"/>
          </p:cNvSpPr>
          <p:nvPr>
            <p:ph type="pic" sz="quarter" idx="17"/>
          </p:nvPr>
        </p:nvSpPr>
        <p:spPr>
          <a:xfrm>
            <a:off x="6799262" y="2334242"/>
            <a:ext cx="1941195" cy="189280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4" name="Rectangle 37"/>
          <p:cNvSpPr/>
          <p:nvPr userDrawn="1"/>
        </p:nvSpPr>
        <p:spPr>
          <a:xfrm>
            <a:off x="449263" y="4409249"/>
            <a:ext cx="1965782" cy="18928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3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28.01.2014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3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59398"/>
            <a:ext cx="7092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199" y="1557337"/>
            <a:ext cx="8291513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9FDF2-94C1-4F4E-A6BD-2439C3E10EF4}" type="datetimeFigureOut">
              <a:rPr lang="de-DE" smtClean="0"/>
              <a:pPr/>
              <a:t>28.01.2014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924269" y="6525344"/>
            <a:ext cx="3295462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93320" y="6525344"/>
            <a:ext cx="730424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4259680-9435-48C4-B689-692EA0DE6FF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27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5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spcBef>
          <a:spcPts val="1800"/>
        </a:spcBef>
        <a:buClr>
          <a:schemeClr val="accent2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30263" indent="-242888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18" Type="http://schemas.openxmlformats.org/officeDocument/2006/relationships/image" Target="../media/image1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17" Type="http://schemas.openxmlformats.org/officeDocument/2006/relationships/image" Target="../media/image18.wmf"/><Relationship Id="rId2" Type="http://schemas.openxmlformats.org/officeDocument/2006/relationships/image" Target="../media/image3.wmf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0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9" Type="http://schemas.openxmlformats.org/officeDocument/2006/relationships/image" Target="../media/image5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Zeitsparende Bausteine </a:t>
            </a:r>
            <a:br>
              <a:rPr lang="de-DE" dirty="0" smtClean="0"/>
            </a:br>
            <a:r>
              <a:rPr lang="de-DE" dirty="0" smtClean="0"/>
              <a:t>für Projektpräsentationen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Teil 1: </a:t>
            </a:r>
            <a:br>
              <a:rPr lang="de-DE" dirty="0" smtClean="0"/>
            </a:br>
            <a:r>
              <a:rPr lang="de-DE" dirty="0" smtClean="0"/>
              <a:t>Agendafolien, Piktogramme und Zielfolien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518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Agendafolien auf Basis einer Tabelle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82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033454"/>
              </p:ext>
            </p:extLst>
          </p:nvPr>
        </p:nvGraphicFramePr>
        <p:xfrm>
          <a:off x="457200" y="1484313"/>
          <a:ext cx="8245074" cy="496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8000"/>
                <a:gridCol w="7417074"/>
              </a:tblGrid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smtClean="0">
                          <a:solidFill>
                            <a:schemeClr val="bg1"/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dirty="0">
                        <a:solidFill>
                          <a:schemeClr val="bg1"/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Ist-Analyse durchführen und </a:t>
                      </a:r>
                      <a:r>
                        <a:rPr lang="de-DE" baseline="0" dirty="0" smtClean="0"/>
                        <a:t>Potenziale aufdecken</a:t>
                      </a:r>
                      <a:endParaRPr lang="de-DE" dirty="0"/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smtClean="0">
                          <a:solidFill>
                            <a:schemeClr val="bg1"/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dirty="0">
                        <a:solidFill>
                          <a:schemeClr val="bg1"/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Konzept erstellen und Grundsatzentscheidung vorbereiten</a:t>
                      </a:r>
                      <a:endParaRPr lang="de-DE" dirty="0"/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smtClean="0">
                          <a:solidFill>
                            <a:schemeClr val="bg1"/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dirty="0">
                        <a:solidFill>
                          <a:schemeClr val="bg1"/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Teammitglieder auswählen und externe Personalkosten kalkulieren</a:t>
                      </a:r>
                      <a:endParaRPr lang="de-DE" dirty="0"/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smtClean="0">
                          <a:solidFill>
                            <a:schemeClr val="bg1"/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dirty="0">
                        <a:solidFill>
                          <a:schemeClr val="bg1"/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Projektterminplan</a:t>
                      </a:r>
                      <a:r>
                        <a:rPr lang="de-DE" baseline="0" dirty="0" smtClean="0"/>
                        <a:t> aufstellen</a:t>
                      </a:r>
                      <a:endParaRPr lang="de-DE" dirty="0"/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smtClean="0">
                          <a:solidFill>
                            <a:schemeClr val="bg1"/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dirty="0">
                        <a:solidFill>
                          <a:schemeClr val="bg1"/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Wartungs-</a:t>
                      </a:r>
                      <a:r>
                        <a:rPr lang="de-DE" baseline="0" dirty="0" smtClean="0"/>
                        <a:t> und Reparatur</a:t>
                      </a:r>
                      <a:r>
                        <a:rPr lang="de-DE" dirty="0" smtClean="0"/>
                        <a:t>kosten schätzen</a:t>
                      </a:r>
                      <a:endParaRPr lang="de-DE" dirty="0"/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 smtClean="0">
                          <a:solidFill>
                            <a:schemeClr val="bg1"/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dirty="0">
                        <a:solidFill>
                          <a:schemeClr val="bg1"/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Erforderliche Netzwerk-Infrastruktur planen</a:t>
                      </a:r>
                      <a:endParaRPr lang="de-DE" dirty="0"/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47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236661"/>
              </p:ext>
            </p:extLst>
          </p:nvPr>
        </p:nvGraphicFramePr>
        <p:xfrm>
          <a:off x="457200" y="1484313"/>
          <a:ext cx="8281074" cy="4824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7417074"/>
              </a:tblGrid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Ist-Analyse durchführen und </a:t>
                      </a:r>
                      <a:r>
                        <a:rPr lang="de-DE" b="0" baseline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Potenziale aufdecken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Konzept erstellen und Grundsatzentscheidung vorbereiten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Teammitglieder auswählen und externe Personalkosten kalkulieren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Projektterminplan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aufstellen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Wartungs-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und Reparatur</a:t>
                      </a:r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kosten schätzen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Erforderliche Netzwerk-Infrastruktur planen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6460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755113"/>
              </p:ext>
            </p:extLst>
          </p:nvPr>
        </p:nvGraphicFramePr>
        <p:xfrm>
          <a:off x="457200" y="1484313"/>
          <a:ext cx="8281074" cy="4824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7417074"/>
              </a:tblGrid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Ist-Analyse durchführen und 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Potenziale aufdecken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Konzept erstellen und Grundsatzentscheidung vorbereiten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Teammitglieder auswählen und externe Personalkosten kalkulieren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Projektterminplan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aufstellen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Wartungs-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und Reparatur</a:t>
                      </a:r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kosten schätzen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Erforderliche Netzwerk-Infrastruktur planen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2018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971428"/>
              </p:ext>
            </p:extLst>
          </p:nvPr>
        </p:nvGraphicFramePr>
        <p:xfrm>
          <a:off x="457200" y="1484313"/>
          <a:ext cx="8281074" cy="4824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7417074"/>
              </a:tblGrid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Ist-Analyse durchführen und 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Potenziale aufdecken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Konzept erstellen und Grundsatzentscheidung vorbereiten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Teammitglieder auswählen und externe Personalkosten kalkulieren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Projektterminplan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aufstellen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Wartungs-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und Reparatur</a:t>
                      </a:r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kosten schätzen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Erforderliche Netzwerk-Infrastruktur planen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9795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903982"/>
              </p:ext>
            </p:extLst>
          </p:nvPr>
        </p:nvGraphicFramePr>
        <p:xfrm>
          <a:off x="457200" y="1484313"/>
          <a:ext cx="8281074" cy="4824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7417074"/>
              </a:tblGrid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Ist-Analyse durchführen und 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Potenziale aufdecken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Konzept erstellen und Grundsatzentscheidung vorbereiten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Teammitglieder auswählen und externe Personalkosten kalkulieren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Projektterminplan</a:t>
                      </a:r>
                      <a:r>
                        <a:rPr lang="de-DE" b="0" baseline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 aufstellen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Wartungs-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und Reparatur</a:t>
                      </a:r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kosten schätzen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Erforderliche Netzwerk-Infrastruktur planen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818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638499"/>
              </p:ext>
            </p:extLst>
          </p:nvPr>
        </p:nvGraphicFramePr>
        <p:xfrm>
          <a:off x="457200" y="1484313"/>
          <a:ext cx="8281074" cy="4824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7417074"/>
              </a:tblGrid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Ist-Analyse durchführen und 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Potenziale aufdecken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Konzept erstellen und Grundsatzentscheidung vorbereiten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Teammitglieder auswählen und externe Personalkosten kalkulieren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Projektterminplan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aufstellen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Wartungs-</a:t>
                      </a:r>
                      <a:r>
                        <a:rPr lang="de-DE" b="0" baseline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 und Reparatur</a:t>
                      </a:r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kosten schätzen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Erforderliche Netzwerk-Infrastruktur planen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4733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565937"/>
              </p:ext>
            </p:extLst>
          </p:nvPr>
        </p:nvGraphicFramePr>
        <p:xfrm>
          <a:off x="457200" y="1484313"/>
          <a:ext cx="8281074" cy="4824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7417074"/>
              </a:tblGrid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L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Ist-Analyse durchführen und 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Potenziale aufdecken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Konzept erstellen und Grundsatzentscheidung vorbereiten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Teammitglieder auswählen und externe Personalkosten kalkulieren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  <a:sym typeface="Webdings"/>
                        </a:rPr>
                        <a:t>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Projektterminplan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aufstellen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Wartungs-</a:t>
                      </a:r>
                      <a:r>
                        <a:rPr lang="de-DE" b="0" baseline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 und Reparatur</a:t>
                      </a:r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kosten schätzen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804069">
                <a:tc>
                  <a:txBody>
                    <a:bodyPr/>
                    <a:lstStyle/>
                    <a:p>
                      <a:pPr algn="ctr"/>
                      <a:r>
                        <a:rPr lang="de-DE" sz="3600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3600" b="0" dirty="0">
                        <a:solidFill>
                          <a:schemeClr val="bg1">
                            <a:lumMod val="100000"/>
                          </a:schemeClr>
                        </a:solidFill>
                        <a:latin typeface="Webdings" panose="05030102010509060703" pitchFamily="18" charset="2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Erforderliche Netzwerk-Infrastruktur planen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marL="144000" marR="90000" marT="46800" marB="468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8994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Nützliche Symbole für die Projektarbeit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190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Symbole aus der Schriftart Webdings</a:t>
            </a:r>
            <a:endParaRPr lang="de-DE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166186"/>
              </p:ext>
            </p:extLst>
          </p:nvPr>
        </p:nvGraphicFramePr>
        <p:xfrm>
          <a:off x="457200" y="1554920"/>
          <a:ext cx="5652411" cy="475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1606"/>
                <a:gridCol w="924805"/>
                <a:gridCol w="3456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Tastenfolge</a:t>
                      </a:r>
                      <a:endParaRPr lang="de-DE" sz="1400" b="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Symbol</a:t>
                      </a:r>
                      <a:endParaRPr lang="de-DE" sz="1400" b="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 smtClean="0"/>
                        <a:t>Verwendung</a:t>
                      </a:r>
                      <a:endParaRPr lang="de-DE" sz="1400" b="0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+ 0064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@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Tools, Kosten für Wartung oder Reparatur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+ 0070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F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Produktion, Herstellungskosten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+ 0085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U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Kommunikation, Information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+ 0128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€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Teambildung, Personalkosten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+ 0142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Ž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Reisekosten (Inland)</a:t>
                      </a: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+ 0143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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Bericht, Statistik, Auswertung, Reporting</a:t>
                      </a: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+ 0144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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Energieverbrauch, Rohstoffe, Energiekosten</a:t>
                      </a: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+ 0164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¤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Konzept, Bericht, Aufgaben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Alt + 0166</a:t>
                      </a: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¦</a:t>
                      </a: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Terminplanung, Termine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+ 0168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¨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Weiterbildung, Recherchekosten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+ 0194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Â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de-DE" sz="1400" dirty="0" smtClean="0"/>
                        <a:t>Netzwerk, Hardwarekosten, PC-Technik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+ 0227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ã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Übernachtungskosten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smtClean="0"/>
                        <a:t>Alt + 0241</a:t>
                      </a:r>
                      <a:endParaRPr lang="de-DE" sz="1400" dirty="0"/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0" dirty="0" smtClean="0">
                          <a:solidFill>
                            <a:schemeClr val="accent2"/>
                          </a:solidFill>
                          <a:latin typeface="Webdings" panose="05030102010509060703" pitchFamily="18" charset="2"/>
                        </a:rPr>
                        <a:t>ñ</a:t>
                      </a:r>
                      <a:endParaRPr lang="de-DE" sz="2000" b="0" dirty="0">
                        <a:solidFill>
                          <a:schemeClr val="accent2"/>
                        </a:solidFill>
                        <a:latin typeface="Webdings" panose="05030102010509060703" pitchFamily="18" charset="2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spcBef>
                          <a:spcPts val="0"/>
                        </a:spcBef>
                      </a:pPr>
                      <a:r>
                        <a:rPr lang="de-DE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Reisekosten (Ausland)</a:t>
                      </a:r>
                      <a:endParaRPr lang="de-DE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0000" marR="90000" marT="18000" marB="18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49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Komfortable Auswahl der Symbole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199" y="1557337"/>
            <a:ext cx="8291513" cy="1313801"/>
          </a:xfrm>
        </p:spPr>
        <p:txBody>
          <a:bodyPr/>
          <a:lstStyle/>
          <a:p>
            <a:pPr marL="0" indent="0">
              <a:buNone/>
            </a:pPr>
            <a:r>
              <a:rPr lang="de-DE" dirty="0" smtClean="0"/>
              <a:t>In der beigefügten Excel-Datei alle Symbole anschauen</a:t>
            </a:r>
          </a:p>
          <a:p>
            <a:pPr lvl="1"/>
            <a:r>
              <a:rPr lang="de-DE" dirty="0" smtClean="0"/>
              <a:t>in lesbarer Größe</a:t>
            </a:r>
          </a:p>
          <a:p>
            <a:pPr lvl="1"/>
            <a:r>
              <a:rPr lang="de-DE" dirty="0" smtClean="0"/>
              <a:t>in vier verschiedenen Symbolschriftarten</a:t>
            </a:r>
            <a:endParaRPr lang="de-DE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2871138"/>
            <a:ext cx="6406352" cy="281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4888386" y="5725054"/>
            <a:ext cx="2700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noProof="1" smtClean="0">
                <a:solidFill>
                  <a:schemeClr val="accent2"/>
                </a:solidFill>
              </a:rPr>
              <a:t>Symbole_und Zeichen_zur_Auswahl.xlsx</a:t>
            </a:r>
            <a:endParaRPr lang="de-DE" sz="1200" noProof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6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Piktogramm-Sammlung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075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Piktogramme im Kachel-Look</a:t>
            </a:r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468312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1497625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2526938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556251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5614877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4585564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6644190" y="1556501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468312" y="2580765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497625" y="2580765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2526938" y="2580765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3556251" y="2580765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614877" y="2580765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4585564" y="2580765"/>
            <a:ext cx="900000" cy="90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468312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1497625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2526938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3556251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5614877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4585564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6644190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468312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6" name="Rechteck 25"/>
          <p:cNvSpPr/>
          <p:nvPr/>
        </p:nvSpPr>
        <p:spPr>
          <a:xfrm>
            <a:off x="1497625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7" name="Rechteck 26"/>
          <p:cNvSpPr/>
          <p:nvPr/>
        </p:nvSpPr>
        <p:spPr>
          <a:xfrm>
            <a:off x="2526938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3556251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5614877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4585564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4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Piktogramme im Kreis-Look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468312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1497625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526938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556251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614877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585564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6644190" y="1556501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68312" y="2580765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497625" y="2580765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526938" y="2580765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556251" y="2580765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614877" y="2580765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4585564" y="2580765"/>
            <a:ext cx="900000" cy="900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8" name="Ellipse 17"/>
          <p:cNvSpPr/>
          <p:nvPr/>
        </p:nvSpPr>
        <p:spPr>
          <a:xfrm>
            <a:off x="468312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1497625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2526938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3556251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5614877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4585564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6644190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468312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1497625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2526938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3556251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9" name="Ellipse 28"/>
          <p:cNvSpPr/>
          <p:nvPr/>
        </p:nvSpPr>
        <p:spPr>
          <a:xfrm>
            <a:off x="5614877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4585564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3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Piktogramme quadratisch mit Rahmen</a:t>
            </a:r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484354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1509657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2534960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560263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5610869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4585566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6636169" y="1556501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484354" y="2580765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509657" y="2580765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2534960" y="2580765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3560263" y="2580765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610869" y="2580765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4585566" y="2580765"/>
            <a:ext cx="900000" cy="90000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accent2">
                <a:lumMod val="60000"/>
                <a:lumOff val="40000"/>
                <a:alpha val="7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484354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1509657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2534960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3560263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5610869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4585566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6636169" y="4328760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484354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6" name="Rechteck 25"/>
          <p:cNvSpPr/>
          <p:nvPr/>
        </p:nvSpPr>
        <p:spPr>
          <a:xfrm>
            <a:off x="1509657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7" name="Rechteck 26"/>
          <p:cNvSpPr/>
          <p:nvPr/>
        </p:nvSpPr>
        <p:spPr>
          <a:xfrm>
            <a:off x="2534960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3560263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5610869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4585566" y="5377087"/>
            <a:ext cx="900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87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Piktogramme im Kreis-Look mit Rahmen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468312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1497625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526938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556251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614877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585564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6644190" y="1556501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68312" y="2580765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497625" y="2580765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526938" y="2580765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556251" y="2580765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614877" y="2580765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4585564" y="2580765"/>
            <a:ext cx="900000" cy="900000"/>
          </a:xfrm>
          <a:prstGeom prst="ellipse">
            <a:avLst/>
          </a:prstGeom>
          <a:solidFill>
            <a:schemeClr val="accent2"/>
          </a:solidFill>
          <a:ln w="41275">
            <a:solidFill>
              <a:schemeClr val="accent2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8" name="Ellipse 17"/>
          <p:cNvSpPr/>
          <p:nvPr/>
        </p:nvSpPr>
        <p:spPr>
          <a:xfrm>
            <a:off x="468312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@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1497625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F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2526938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U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3556251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 smtClean="0">
                <a:solidFill>
                  <a:schemeClr val="bg1"/>
                </a:solidFill>
                <a:latin typeface="Webdings"/>
              </a:rPr>
              <a:t>€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5614877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4585564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Ž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6644190" y="4328760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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468312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¤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1497625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¦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2526938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¨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3556251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Â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29" name="Ellipse 28"/>
          <p:cNvSpPr/>
          <p:nvPr/>
        </p:nvSpPr>
        <p:spPr>
          <a:xfrm>
            <a:off x="5614877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ñ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4585564" y="5377087"/>
            <a:ext cx="900000" cy="90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Webdings"/>
              </a:rPr>
              <a:t>ã</a:t>
            </a:r>
            <a:endParaRPr lang="de-D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9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Piktogramme im 3D-Look</a:t>
            </a:r>
            <a:endParaRPr lang="de-DE" dirty="0"/>
          </a:p>
        </p:txBody>
      </p:sp>
      <p:sp>
        <p:nvSpPr>
          <p:cNvPr id="5" name="Ellipse 4"/>
          <p:cNvSpPr/>
          <p:nvPr/>
        </p:nvSpPr>
        <p:spPr>
          <a:xfrm>
            <a:off x="1923751" y="2132856"/>
            <a:ext cx="1260000" cy="1260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3379190" y="2132856"/>
            <a:ext cx="1260000" cy="1260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5400" dirty="0">
                <a:solidFill>
                  <a:schemeClr val="bg1"/>
                </a:solidFill>
                <a:latin typeface="Webdings"/>
              </a:rPr>
              <a:t>U</a:t>
            </a:r>
            <a:endParaRPr lang="de-DE" sz="5400" dirty="0">
              <a:solidFill>
                <a:schemeClr val="bg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290067" y="2132856"/>
            <a:ext cx="1260000" cy="1260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6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6600" dirty="0">
              <a:solidFill>
                <a:schemeClr val="bg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68312" y="2132856"/>
            <a:ext cx="1260000" cy="1260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5400" dirty="0">
                <a:solidFill>
                  <a:schemeClr val="bg1"/>
                </a:solidFill>
                <a:latin typeface="Webdings"/>
              </a:rPr>
              <a:t>¤</a:t>
            </a:r>
            <a:endParaRPr lang="de-DE" sz="5400" dirty="0">
              <a:solidFill>
                <a:schemeClr val="bg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4834629" y="2132856"/>
            <a:ext cx="1260000" cy="1260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5400" dirty="0">
                <a:solidFill>
                  <a:schemeClr val="bg1"/>
                </a:solidFill>
                <a:latin typeface="Webdings"/>
              </a:rPr>
              <a:t>Â</a:t>
            </a:r>
            <a:endParaRPr lang="de-DE" sz="5400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1923751" y="4329240"/>
            <a:ext cx="1260000" cy="1260000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3379190" y="4329240"/>
            <a:ext cx="1260000" cy="1260000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5400" dirty="0">
                <a:solidFill>
                  <a:schemeClr val="bg1"/>
                </a:solidFill>
                <a:latin typeface="Webdings"/>
              </a:rPr>
              <a:t>U</a:t>
            </a:r>
            <a:endParaRPr lang="de-DE" sz="5400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6290067" y="4329240"/>
            <a:ext cx="1260000" cy="1260000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6600" dirty="0">
                <a:solidFill>
                  <a:schemeClr val="bg1"/>
                </a:solidFill>
                <a:latin typeface="Webdings"/>
              </a:rPr>
              <a:t></a:t>
            </a:r>
            <a:endParaRPr lang="de-DE" sz="6600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468312" y="4329240"/>
            <a:ext cx="1260000" cy="1260000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5400" dirty="0">
                <a:solidFill>
                  <a:schemeClr val="bg1"/>
                </a:solidFill>
                <a:latin typeface="Webdings"/>
              </a:rPr>
              <a:t>¤</a:t>
            </a:r>
            <a:endParaRPr lang="de-DE" sz="5400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4834629" y="4329240"/>
            <a:ext cx="1260000" cy="1260000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de-DE" sz="5400" dirty="0">
                <a:solidFill>
                  <a:schemeClr val="bg1"/>
                </a:solidFill>
                <a:latin typeface="Webdings"/>
              </a:rPr>
              <a:t>Â</a:t>
            </a:r>
            <a:endParaRPr lang="de-DE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25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Agendafolien mit Piktogrammen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6278871" y="307750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</a:p>
        </p:txBody>
      </p:sp>
      <p:sp>
        <p:nvSpPr>
          <p:cNvPr id="5" name="Ellipse 4"/>
          <p:cNvSpPr/>
          <p:nvPr/>
        </p:nvSpPr>
        <p:spPr>
          <a:xfrm>
            <a:off x="3380596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€</a:t>
            </a:r>
          </a:p>
        </p:txBody>
      </p:sp>
      <p:sp>
        <p:nvSpPr>
          <p:cNvPr id="6" name="Ellipse 5"/>
          <p:cNvSpPr/>
          <p:nvPr/>
        </p:nvSpPr>
        <p:spPr>
          <a:xfrm>
            <a:off x="482322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¤</a:t>
            </a:r>
          </a:p>
        </p:txBody>
      </p:sp>
      <p:sp>
        <p:nvSpPr>
          <p:cNvPr id="7" name="Ellipse 6"/>
          <p:cNvSpPr/>
          <p:nvPr/>
        </p:nvSpPr>
        <p:spPr>
          <a:xfrm>
            <a:off x="1931459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¦</a:t>
            </a:r>
          </a:p>
        </p:txBody>
      </p:sp>
      <p:sp>
        <p:nvSpPr>
          <p:cNvPr id="8" name="Ellipse 7"/>
          <p:cNvSpPr/>
          <p:nvPr/>
        </p:nvSpPr>
        <p:spPr>
          <a:xfrm>
            <a:off x="4829733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Â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40462" y="4411959"/>
            <a:ext cx="94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Konzept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088252" y="441195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Termine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667233" y="4411959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Team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5014579" y="4411959"/>
            <a:ext cx="89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Technik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6371801" y="4411959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Fertigung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58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6278871" y="307750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</a:p>
        </p:txBody>
      </p:sp>
      <p:sp>
        <p:nvSpPr>
          <p:cNvPr id="5" name="Ellipse 4"/>
          <p:cNvSpPr/>
          <p:nvPr/>
        </p:nvSpPr>
        <p:spPr>
          <a:xfrm>
            <a:off x="3380596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€</a:t>
            </a:r>
          </a:p>
        </p:txBody>
      </p:sp>
      <p:sp>
        <p:nvSpPr>
          <p:cNvPr id="6" name="Ellipse 5"/>
          <p:cNvSpPr/>
          <p:nvPr/>
        </p:nvSpPr>
        <p:spPr>
          <a:xfrm>
            <a:off x="482322" y="3068960"/>
            <a:ext cx="1260000" cy="1260000"/>
          </a:xfrm>
          <a:prstGeom prst="ellipse">
            <a:avLst/>
          </a:prstGeom>
          <a:solidFill>
            <a:schemeClr val="accent2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¤</a:t>
            </a:r>
          </a:p>
        </p:txBody>
      </p:sp>
      <p:sp>
        <p:nvSpPr>
          <p:cNvPr id="7" name="Ellipse 6"/>
          <p:cNvSpPr/>
          <p:nvPr/>
        </p:nvSpPr>
        <p:spPr>
          <a:xfrm>
            <a:off x="1931459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¦</a:t>
            </a:r>
          </a:p>
        </p:txBody>
      </p:sp>
      <p:sp>
        <p:nvSpPr>
          <p:cNvPr id="8" name="Ellipse 7"/>
          <p:cNvSpPr/>
          <p:nvPr/>
        </p:nvSpPr>
        <p:spPr>
          <a:xfrm>
            <a:off x="4829733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Â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40462" y="4411959"/>
            <a:ext cx="94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2"/>
                </a:solidFill>
              </a:rPr>
              <a:t>Konzept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088252" y="441195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Termine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667233" y="4411959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Team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5014579" y="4411959"/>
            <a:ext cx="89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Technik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6371801" y="4411959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Fertigung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80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6278871" y="307750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</a:p>
        </p:txBody>
      </p:sp>
      <p:sp>
        <p:nvSpPr>
          <p:cNvPr id="5" name="Ellipse 4"/>
          <p:cNvSpPr/>
          <p:nvPr/>
        </p:nvSpPr>
        <p:spPr>
          <a:xfrm>
            <a:off x="3380596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€</a:t>
            </a:r>
          </a:p>
        </p:txBody>
      </p:sp>
      <p:sp>
        <p:nvSpPr>
          <p:cNvPr id="6" name="Ellipse 5"/>
          <p:cNvSpPr/>
          <p:nvPr/>
        </p:nvSpPr>
        <p:spPr>
          <a:xfrm>
            <a:off x="482322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¤</a:t>
            </a:r>
          </a:p>
        </p:txBody>
      </p:sp>
      <p:sp>
        <p:nvSpPr>
          <p:cNvPr id="7" name="Ellipse 6"/>
          <p:cNvSpPr/>
          <p:nvPr/>
        </p:nvSpPr>
        <p:spPr>
          <a:xfrm>
            <a:off x="1931459" y="3068960"/>
            <a:ext cx="1260000" cy="1260000"/>
          </a:xfrm>
          <a:prstGeom prst="ellipse">
            <a:avLst/>
          </a:prstGeom>
          <a:solidFill>
            <a:schemeClr val="accent2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¦</a:t>
            </a:r>
          </a:p>
        </p:txBody>
      </p:sp>
      <p:sp>
        <p:nvSpPr>
          <p:cNvPr id="8" name="Ellipse 7"/>
          <p:cNvSpPr/>
          <p:nvPr/>
        </p:nvSpPr>
        <p:spPr>
          <a:xfrm>
            <a:off x="4829733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Â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40462" y="4411959"/>
            <a:ext cx="94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Konzept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088252" y="441195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2"/>
                </a:solidFill>
              </a:rPr>
              <a:t>Termine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667233" y="4411959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Team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5014579" y="4411959"/>
            <a:ext cx="89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Technik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6371801" y="4411959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Fertigung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79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6278871" y="307750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</a:p>
        </p:txBody>
      </p:sp>
      <p:sp>
        <p:nvSpPr>
          <p:cNvPr id="5" name="Ellipse 4"/>
          <p:cNvSpPr/>
          <p:nvPr/>
        </p:nvSpPr>
        <p:spPr>
          <a:xfrm>
            <a:off x="3380596" y="3068960"/>
            <a:ext cx="1260000" cy="1260000"/>
          </a:xfrm>
          <a:prstGeom prst="ellipse">
            <a:avLst/>
          </a:prstGeom>
          <a:solidFill>
            <a:schemeClr val="accent2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€</a:t>
            </a:r>
          </a:p>
        </p:txBody>
      </p:sp>
      <p:sp>
        <p:nvSpPr>
          <p:cNvPr id="6" name="Ellipse 5"/>
          <p:cNvSpPr/>
          <p:nvPr/>
        </p:nvSpPr>
        <p:spPr>
          <a:xfrm>
            <a:off x="482322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¤</a:t>
            </a:r>
          </a:p>
        </p:txBody>
      </p:sp>
      <p:sp>
        <p:nvSpPr>
          <p:cNvPr id="7" name="Ellipse 6"/>
          <p:cNvSpPr/>
          <p:nvPr/>
        </p:nvSpPr>
        <p:spPr>
          <a:xfrm>
            <a:off x="1931459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¦</a:t>
            </a:r>
          </a:p>
        </p:txBody>
      </p:sp>
      <p:sp>
        <p:nvSpPr>
          <p:cNvPr id="8" name="Ellipse 7"/>
          <p:cNvSpPr/>
          <p:nvPr/>
        </p:nvSpPr>
        <p:spPr>
          <a:xfrm>
            <a:off x="4829733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Â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40462" y="4411959"/>
            <a:ext cx="94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Konzept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088252" y="441195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Termine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667233" y="4411959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2"/>
                </a:solidFill>
              </a:rPr>
              <a:t>Team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5014579" y="4411959"/>
            <a:ext cx="89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Technik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6371801" y="4411959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Fertigung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0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6278871" y="307750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</a:p>
        </p:txBody>
      </p:sp>
      <p:sp>
        <p:nvSpPr>
          <p:cNvPr id="5" name="Ellipse 4"/>
          <p:cNvSpPr/>
          <p:nvPr/>
        </p:nvSpPr>
        <p:spPr>
          <a:xfrm>
            <a:off x="3380596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€</a:t>
            </a:r>
          </a:p>
        </p:txBody>
      </p:sp>
      <p:sp>
        <p:nvSpPr>
          <p:cNvPr id="6" name="Ellipse 5"/>
          <p:cNvSpPr/>
          <p:nvPr/>
        </p:nvSpPr>
        <p:spPr>
          <a:xfrm>
            <a:off x="482322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¤</a:t>
            </a:r>
          </a:p>
        </p:txBody>
      </p:sp>
      <p:sp>
        <p:nvSpPr>
          <p:cNvPr id="7" name="Ellipse 6"/>
          <p:cNvSpPr/>
          <p:nvPr/>
        </p:nvSpPr>
        <p:spPr>
          <a:xfrm>
            <a:off x="1931459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¦</a:t>
            </a:r>
          </a:p>
        </p:txBody>
      </p:sp>
      <p:sp>
        <p:nvSpPr>
          <p:cNvPr id="8" name="Ellipse 7"/>
          <p:cNvSpPr/>
          <p:nvPr/>
        </p:nvSpPr>
        <p:spPr>
          <a:xfrm>
            <a:off x="4829733" y="3068960"/>
            <a:ext cx="1260000" cy="1260000"/>
          </a:xfrm>
          <a:prstGeom prst="ellipse">
            <a:avLst/>
          </a:prstGeom>
          <a:solidFill>
            <a:schemeClr val="accent2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Â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640462" y="4411959"/>
            <a:ext cx="94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Konzept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088252" y="441195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Termine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3667233" y="4411959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Team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5014579" y="4411959"/>
            <a:ext cx="89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de-DE" dirty="0"/>
              <a:t>Technik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6371801" y="4411959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Fertigung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8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4" name="Ellipse 3"/>
          <p:cNvSpPr/>
          <p:nvPr/>
        </p:nvSpPr>
        <p:spPr>
          <a:xfrm>
            <a:off x="6278871" y="3077507"/>
            <a:ext cx="1260000" cy="1260000"/>
          </a:xfrm>
          <a:prstGeom prst="ellipse">
            <a:avLst/>
          </a:prstGeom>
          <a:solidFill>
            <a:schemeClr val="accent2"/>
          </a:solidFill>
          <a:ln w="444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F</a:t>
            </a:r>
          </a:p>
        </p:txBody>
      </p:sp>
      <p:sp>
        <p:nvSpPr>
          <p:cNvPr id="5" name="Ellipse 4"/>
          <p:cNvSpPr/>
          <p:nvPr/>
        </p:nvSpPr>
        <p:spPr>
          <a:xfrm>
            <a:off x="3380596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€</a:t>
            </a:r>
          </a:p>
        </p:txBody>
      </p:sp>
      <p:sp>
        <p:nvSpPr>
          <p:cNvPr id="6" name="Ellipse 5"/>
          <p:cNvSpPr/>
          <p:nvPr/>
        </p:nvSpPr>
        <p:spPr>
          <a:xfrm>
            <a:off x="482322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¤</a:t>
            </a:r>
          </a:p>
        </p:txBody>
      </p:sp>
      <p:sp>
        <p:nvSpPr>
          <p:cNvPr id="7" name="Ellipse 6"/>
          <p:cNvSpPr/>
          <p:nvPr/>
        </p:nvSpPr>
        <p:spPr>
          <a:xfrm>
            <a:off x="1931459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¦</a:t>
            </a:r>
          </a:p>
        </p:txBody>
      </p:sp>
      <p:sp>
        <p:nvSpPr>
          <p:cNvPr id="8" name="Ellipse 7"/>
          <p:cNvSpPr/>
          <p:nvPr/>
        </p:nvSpPr>
        <p:spPr>
          <a:xfrm>
            <a:off x="4829733" y="3068960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444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4800" dirty="0">
                <a:solidFill>
                  <a:schemeClr val="bg1"/>
                </a:solidFill>
                <a:latin typeface="Webdings"/>
              </a:rPr>
              <a:t>Â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40462" y="4411959"/>
            <a:ext cx="94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Konzept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088252" y="441195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Termine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667233" y="4411959"/>
            <a:ext cx="68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1">
                    <a:lumMod val="75000"/>
                  </a:schemeClr>
                </a:solidFill>
              </a:rPr>
              <a:t>Team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5014579" y="4411959"/>
            <a:ext cx="89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Technik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6371801" y="4411959"/>
            <a:ext cx="107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solidFill>
                  <a:schemeClr val="accent2"/>
                </a:solidFill>
              </a:rPr>
              <a:t>Fertigung</a:t>
            </a:r>
            <a:endParaRPr lang="de-D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Agendafolien in Mindmap-Darstellung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207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372483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642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4307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663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06146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09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8001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40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736873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796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Agenda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320606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601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Piktogramme mit modernen </a:t>
            </a:r>
            <a:r>
              <a:rPr lang="de-DE" noProof="1" smtClean="0"/>
              <a:t>ClipArts</a:t>
            </a:r>
            <a:endParaRPr lang="de-DE" noProof="1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456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/>
          <p:cNvSpPr/>
          <p:nvPr/>
        </p:nvSpPr>
        <p:spPr>
          <a:xfrm>
            <a:off x="472514" y="2067131"/>
            <a:ext cx="8276199" cy="11531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33" name="Picture 9" descr="D:\Users\SchieckeD\AppData\Local\Microsoft\Windows\Temporary Internet Files\Content.IE5\5EZBRNFR\MC900442084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616" y="2251375"/>
            <a:ext cx="597430" cy="78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:\Users\SchieckeD\AppData\Local\Microsoft\Windows\Temporary Internet Files\Content.IE5\J4DQ5GHY\MC900442074[2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101" y="2313199"/>
            <a:ext cx="982592" cy="72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D:\Users\SchieckeD\AppData\Local\Microsoft\Windows\Temporary Internet Files\Content.IE5\4B5JESIH\MC900442068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87" y="2321272"/>
            <a:ext cx="784512" cy="71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:\Users\SchieckeD\AppData\Local\Microsoft\Windows\Temporary Internet Files\Content.IE5\499O0MQE\MC90044206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81" y="2509595"/>
            <a:ext cx="519140" cy="52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D:\Users\SchieckeD\AppData\Local\Microsoft\Windows\Temporary Internet Files\Content.IE5\5EZBRNFR\MC900442062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002" y="2509595"/>
            <a:ext cx="550532" cy="52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:\Users\SchieckeD\AppData\Local\Microsoft\Windows\Temporary Internet Files\Content.IE5\J4DQ5GHY\MC900442066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997" y="2307900"/>
            <a:ext cx="604754" cy="728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:\Users\SchieckeD\AppData\Local\Microsoft\Windows\Temporary Internet Files\Content.IE5\499O0MQE\MC900442054[1].wm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778" y="2259625"/>
            <a:ext cx="718109" cy="77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D:\Users\SchieckeD\AppData\Local\Microsoft\Windows\Temporary Internet Files\Content.IE5\5EZBRNFR\MC900442050[1].wmf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129" y="2324361"/>
            <a:ext cx="690786" cy="71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 descr="D:\Users\SchieckeD\AppData\Local\Microsoft\Windows\Temporary Internet Files\Content.IE5\5EZBRNFR\MC900442106[1].wmf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833" y="2506533"/>
            <a:ext cx="1053186" cy="5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hteck 35"/>
          <p:cNvSpPr/>
          <p:nvPr/>
        </p:nvSpPr>
        <p:spPr>
          <a:xfrm>
            <a:off x="462989" y="5147103"/>
            <a:ext cx="8285724" cy="11531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9" name="Picture 5" descr="D:\Users\SchieckeD\AppData\Local\Microsoft\Windows\Temporary Internet Files\Content.IE5\499O0MQE\MC900442096[1].wmf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825" y="5230290"/>
            <a:ext cx="1156923" cy="92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:\Users\SchieckeD\AppData\Local\Microsoft\Windows\Temporary Internet Files\Content.IE5\499O0MQE\MC900442088[2].wmf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28" y="5734426"/>
            <a:ext cx="1338831" cy="42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:\Users\SchieckeD\AppData\Local\Microsoft\Windows\Temporary Internet Files\Content.IE5\J4DQ5GHY\MC900442102[2].wmf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76" y="5734426"/>
            <a:ext cx="1237532" cy="42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:\Users\SchieckeD\AppData\Local\Microsoft\Windows\Temporary Internet Files\Content.IE5\J4DQ5GHY\MC900442094[1].wmf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566" y="5318454"/>
            <a:ext cx="1319786" cy="83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hteck 36"/>
          <p:cNvSpPr/>
          <p:nvPr/>
        </p:nvSpPr>
        <p:spPr>
          <a:xfrm>
            <a:off x="462989" y="3591002"/>
            <a:ext cx="8285724" cy="11531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35" name="Picture 11" descr="D:\Users\SchieckeD\AppData\Local\Microsoft\Windows\Temporary Internet Files\Content.IE5\4B5JESIH\MC900442090[1].wmf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851" y="4158073"/>
            <a:ext cx="1214354" cy="48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 descr="D:\Users\SchieckeD\AppData\Local\Microsoft\Windows\Temporary Internet Files\Content.IE5\4B5JESIH\MC900442100[1].wmf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446" y="4166273"/>
            <a:ext cx="1481502" cy="47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D:\Users\SchieckeD\AppData\Local\Microsoft\Windows\Temporary Internet Files\Content.IE5\499O0MQE\MC900442108[1].wmf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76" y="3698005"/>
            <a:ext cx="1202342" cy="94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 descr="D:\Users\SchieckeD\AppData\Local\Microsoft\Windows\Temporary Internet Files\Content.IE5\4B5JESIH\MC900442098[1].wmf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020" y="4172948"/>
            <a:ext cx="1198524" cy="47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Kostenlose ClipArts vom Office.com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515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ClipArts umfärben</a:t>
            </a:r>
            <a:endParaRPr lang="de-DE" dirty="0"/>
          </a:p>
        </p:txBody>
      </p:sp>
      <p:pic>
        <p:nvPicPr>
          <p:cNvPr id="2050" name="Picture 2" descr="D:\Users\SCHIEC~1\AppData\Local\Temp\SNAGHTML15fd18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17" y="1561813"/>
            <a:ext cx="5447733" cy="47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88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5950250" y="4660860"/>
            <a:ext cx="1620000" cy="16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4127000" y="4660860"/>
            <a:ext cx="1620000" cy="16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303749" y="4660860"/>
            <a:ext cx="1620000" cy="16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480498" y="4660860"/>
            <a:ext cx="1620000" cy="16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pic>
        <p:nvPicPr>
          <p:cNvPr id="7" name="Picture 5" descr="D:\Users\SchieckeD\AppData\Local\Microsoft\Windows\Temporary Internet Files\Content.IE5\499O0MQE\MC900442096[1].wmf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686" y="5030575"/>
            <a:ext cx="1134127" cy="88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D:\Users\SchieckeD\AppData\Local\Microsoft\Windows\Temporary Internet Files\Content.IE5\499O0MQE\MC900442088[2].wmf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025" y="5270409"/>
            <a:ext cx="1312451" cy="40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2" descr="D:\Users\SchieckeD\AppData\Local\Microsoft\Windows\Temporary Internet Files\Content.IE5\J4DQ5GHY\MC900442102[2].wmf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426" y="5270409"/>
            <a:ext cx="1213148" cy="40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6" descr="D:\Users\SchieckeD\AppData\Local\Microsoft\Windows\Temporary Internet Files\Content.IE5\J4DQ5GHY\MC900442094[1].wmf"/>
          <p:cNvPicPr>
            <a:picLocks noChangeAspect="1" noChangeArrowheads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08" y="5072517"/>
            <a:ext cx="1293781" cy="79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/>
          <p:cNvSpPr/>
          <p:nvPr/>
        </p:nvSpPr>
        <p:spPr>
          <a:xfrm>
            <a:off x="470981" y="2242304"/>
            <a:ext cx="1620000" cy="16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2297404" y="2242304"/>
            <a:ext cx="1620000" cy="16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pic>
        <p:nvPicPr>
          <p:cNvPr id="11" name="Picture 9" descr="D:\Users\SchieckeD\AppData\Local\Microsoft\Windows\Temporary Internet Files\Content.IE5\5EZBRNFR\MC900442084[1].wmf"/>
          <p:cNvPicPr>
            <a:picLocks noChangeAspect="1" noChangeArrowheads="1"/>
          </p:cNvPicPr>
          <p:nvPr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719" y="2654279"/>
            <a:ext cx="640524" cy="86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1" descr="D:\Users\SchieckeD\AppData\Local\Microsoft\Windows\Temporary Internet Files\Content.IE5\5EZBRNFR\MC900442050[1].wmf"/>
          <p:cNvPicPr>
            <a:picLocks noChangeAspect="1" noChangeArrowheads="1"/>
          </p:cNvPicPr>
          <p:nvPr/>
        </p:nvPicPr>
        <p:blipFill>
          <a:blip r:embed="rId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073" y="2694591"/>
            <a:ext cx="740616" cy="78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hteck 17"/>
          <p:cNvSpPr/>
          <p:nvPr/>
        </p:nvSpPr>
        <p:spPr>
          <a:xfrm>
            <a:off x="5950250" y="2242304"/>
            <a:ext cx="1620000" cy="16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pic>
        <p:nvPicPr>
          <p:cNvPr id="19" name="Picture 24" descr="D:\Users\SchieckeD\AppData\Local\Microsoft\Windows\Temporary Internet Files\Content.IE5\499O0MQE\MC900442108[1].wmf"/>
          <p:cNvPicPr>
            <a:picLocks noChangeAspect="1" noChangeArrowheads="1"/>
          </p:cNvPicPr>
          <p:nvPr/>
        </p:nvPicPr>
        <p:blipFill>
          <a:blip r:embed="rId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713" y="2565165"/>
            <a:ext cx="1289075" cy="104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hteck 19"/>
          <p:cNvSpPr/>
          <p:nvPr/>
        </p:nvSpPr>
        <p:spPr>
          <a:xfrm>
            <a:off x="4123827" y="2242304"/>
            <a:ext cx="1620000" cy="16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pic>
        <p:nvPicPr>
          <p:cNvPr id="21" name="Picture 15" descr="D:\Users\SchieckeD\AppData\Local\Microsoft\Windows\Temporary Internet Files\Content.IE5\4B5JESIH\MC900442068[1].wmf"/>
          <p:cNvPicPr>
            <a:picLocks noChangeAspect="1" noChangeArrowheads="1"/>
          </p:cNvPicPr>
          <p:nvPr/>
        </p:nvPicPr>
        <p:blipFill>
          <a:blip r:embed="rId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750" y="2692884"/>
            <a:ext cx="841104" cy="78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itel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Umgefärbte ClipArts für Piktogramme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166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Brainstorming zum Projekt MFA</a:t>
            </a:r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470620" y="2636912"/>
            <a:ext cx="2160240" cy="216024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pic>
        <p:nvPicPr>
          <p:cNvPr id="4" name="Picture 24" descr="D:\Users\SchieckeD\AppData\Local\Microsoft\Windows\Temporary Internet Files\Content.IE5\499O0MQE\MC900442108[1].wmf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96" y="3145863"/>
            <a:ext cx="1525488" cy="123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eck 6"/>
          <p:cNvSpPr/>
          <p:nvPr/>
        </p:nvSpPr>
        <p:spPr>
          <a:xfrm>
            <a:off x="2931641" y="2636912"/>
            <a:ext cx="2160240" cy="2160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200" dirty="0" smtClean="0">
                <a:solidFill>
                  <a:schemeClr val="bg1"/>
                </a:solidFill>
              </a:rPr>
              <a:t>6. März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5392663" y="2636912"/>
            <a:ext cx="2160240" cy="21602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10 - 12 Uhr</a:t>
            </a:r>
          </a:p>
        </p:txBody>
      </p:sp>
    </p:spTree>
    <p:extLst>
      <p:ext uri="{BB962C8B-B14F-4D97-AF65-F5344CB8AC3E}">
        <p14:creationId xmlns:p14="http://schemas.microsoft.com/office/powerpoint/2010/main" val="250524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Aktionstag Teambildung</a:t>
            </a:r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470620" y="2636912"/>
            <a:ext cx="2160240" cy="216024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2931641" y="2636912"/>
            <a:ext cx="2160240" cy="2160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200" dirty="0" smtClean="0">
                <a:solidFill>
                  <a:schemeClr val="bg1"/>
                </a:solidFill>
              </a:rPr>
              <a:t>20. März</a:t>
            </a:r>
            <a:endParaRPr lang="de-DE" sz="3200" dirty="0">
              <a:solidFill>
                <a:schemeClr val="bg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5392663" y="2636912"/>
            <a:ext cx="2160240" cy="21602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de-DE" sz="3200" dirty="0" smtClean="0">
                <a:solidFill>
                  <a:schemeClr val="bg1"/>
                </a:solidFill>
              </a:rPr>
              <a:t>Lunapark</a:t>
            </a:r>
            <a:endParaRPr lang="de-DE" sz="3200" dirty="0">
              <a:solidFill>
                <a:schemeClr val="bg1"/>
              </a:solidFill>
            </a:endParaRPr>
          </a:p>
        </p:txBody>
      </p:sp>
      <p:pic>
        <p:nvPicPr>
          <p:cNvPr id="9" name="Picture 22" descr="D:\Users\SchieckeD\AppData\Local\Microsoft\Windows\Temporary Internet Files\Content.IE5\J4DQ5GHY\MC900442102[2].wmf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60" y="3429000"/>
            <a:ext cx="1743196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20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Ziele darstellen mit SmartArt-Grafiken </a:t>
            </a:r>
            <a:endParaRPr lang="de-DE" noProof="1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Teil 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298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Ziele in einer Zielscheibe darstellen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028202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328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Ziele mit einem einfachen </a:t>
            </a:r>
            <a:r>
              <a:rPr lang="de-DE" dirty="0" err="1" smtClean="0"/>
              <a:t>Venn</a:t>
            </a:r>
            <a:r>
              <a:rPr lang="de-DE" dirty="0" smtClean="0"/>
              <a:t> aufzeigen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872151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420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2EA355-4832-4A68-9D76-66409F098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D22EA355-4832-4A68-9D76-66409F098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3AE8858-9394-480B-8E70-2EC3D6EE4B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F3AE8858-9394-480B-8E70-2EC3D6EE4B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58A03B-A5B7-4629-9857-2C3CBB9F38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0C58A03B-A5B7-4629-9857-2C3CBB9F38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FE92B3F-E434-4D3E-8FF8-393C4C88B2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7FE92B3F-E434-4D3E-8FF8-393C4C88B2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»Ineinander greifende Ringe« für Ziele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353290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390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»Ineinander greifende Ringe« für Ziele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254503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078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»Ineinander greifende Ringe« für Ziele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366260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586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»Ineinander greifende Ringe« für Ziele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312561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97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»Ineinander greifende Ringe« für Ziele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077071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378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6427F3C-CA24-4619-A3D9-20E811EC45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96858C06-CF40-4C3F-B590-8582DAFB93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CCAC2564-909E-402A-BF5E-721721F28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2A4975F9-BE19-426E-964E-83E5DE4833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0100ED25-F1B8-4949-88F4-7A0ED8506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Tipp: Automatismen ausschalten</a:t>
            </a:r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499447" y="1772816"/>
            <a:ext cx="4066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Wenn der Text nicht in die </a:t>
            </a:r>
            <a:r>
              <a:rPr lang="de-DE" dirty="0" smtClean="0"/>
              <a:t>Formen </a:t>
            </a:r>
            <a:r>
              <a:rPr lang="de-DE" dirty="0"/>
              <a:t>passt,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einfach die störenden </a:t>
            </a:r>
            <a:r>
              <a:rPr lang="de-DE" dirty="0"/>
              <a:t>Abstände anpassen</a:t>
            </a:r>
          </a:p>
        </p:txBody>
      </p:sp>
      <p:pic>
        <p:nvPicPr>
          <p:cNvPr id="2050" name="Picture 2" descr="\\S792\Publikationen\Zeitschriften\PM\2014\Baukasten_Projektpraesentation\Teil_1\17_Textfeld_anpass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40" y="2444951"/>
            <a:ext cx="4518993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3919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heme/theme1.xml><?xml version="1.0" encoding="utf-8"?>
<a:theme xmlns:a="http://schemas.openxmlformats.org/drawingml/2006/main" name="PM">
  <a:themeElements>
    <a:clrScheme name="PM3">
      <a:dk1>
        <a:sysClr val="windowText" lastClr="000000"/>
      </a:dk1>
      <a:lt1>
        <a:sysClr val="window" lastClr="FFFFFF"/>
      </a:lt1>
      <a:dk2>
        <a:srgbClr val="4E4E4E"/>
      </a:dk2>
      <a:lt2>
        <a:srgbClr val="CCCCCC"/>
      </a:lt2>
      <a:accent1>
        <a:srgbClr val="3C8FD4"/>
      </a:accent1>
      <a:accent2>
        <a:srgbClr val="9A0000"/>
      </a:accent2>
      <a:accent3>
        <a:srgbClr val="C7C7C7"/>
      </a:accent3>
      <a:accent4>
        <a:srgbClr val="95BF1F"/>
      </a:accent4>
      <a:accent5>
        <a:srgbClr val="FDB143"/>
      </a:accent5>
      <a:accent6>
        <a:srgbClr val="F78D44"/>
      </a:accent6>
      <a:hlink>
        <a:srgbClr val="88BDEC"/>
      </a:hlink>
      <a:folHlink>
        <a:srgbClr val="A8EBED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896</Words>
  <Application>Microsoft Office PowerPoint</Application>
  <PresentationFormat>Bildschirmpräsentation (4:3)</PresentationFormat>
  <Paragraphs>491</Paragraphs>
  <Slides>47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47</vt:i4>
      </vt:variant>
    </vt:vector>
  </HeadingPairs>
  <TitlesOfParts>
    <vt:vector size="48" baseType="lpstr">
      <vt:lpstr>PM</vt:lpstr>
      <vt:lpstr>Zeitsparende Bausteine  für Projektpräsentationen</vt:lpstr>
      <vt:lpstr>Agendafolien auf Basis einer Tabelle</vt:lpstr>
      <vt:lpstr>Agenda</vt:lpstr>
      <vt:lpstr>Agenda</vt:lpstr>
      <vt:lpstr>Agenda</vt:lpstr>
      <vt:lpstr>Agenda</vt:lpstr>
      <vt:lpstr>Agenda</vt:lpstr>
      <vt:lpstr>Agenda</vt:lpstr>
      <vt:lpstr>Agenda</vt:lpstr>
      <vt:lpstr>Nützliche Symbole für die Projektarbeit</vt:lpstr>
      <vt:lpstr>Symbole aus der Schriftart Webdings</vt:lpstr>
      <vt:lpstr>Komfortable Auswahl der Symbole</vt:lpstr>
      <vt:lpstr>Piktogramm-Sammlung</vt:lpstr>
      <vt:lpstr>Piktogramme im Kachel-Look</vt:lpstr>
      <vt:lpstr>Piktogramme im Kreis-Look</vt:lpstr>
      <vt:lpstr>Piktogramme quadratisch mit Rahmen</vt:lpstr>
      <vt:lpstr>Piktogramme im Kreis-Look mit Rahmen</vt:lpstr>
      <vt:lpstr>Piktogramme im 3D-Look</vt:lpstr>
      <vt:lpstr>Agendafolien mit Piktogrammen</vt:lpstr>
      <vt:lpstr>Agenda</vt:lpstr>
      <vt:lpstr>Agenda</vt:lpstr>
      <vt:lpstr>Agenda</vt:lpstr>
      <vt:lpstr>Agenda</vt:lpstr>
      <vt:lpstr>Agenda</vt:lpstr>
      <vt:lpstr>Agenda</vt:lpstr>
      <vt:lpstr>Agendafolien in Mindmap-Darstellung</vt:lpstr>
      <vt:lpstr>Agenda</vt:lpstr>
      <vt:lpstr>Agenda</vt:lpstr>
      <vt:lpstr>Agenda</vt:lpstr>
      <vt:lpstr>Agenda</vt:lpstr>
      <vt:lpstr>Agenda</vt:lpstr>
      <vt:lpstr>Agenda</vt:lpstr>
      <vt:lpstr>Piktogramme mit modernen ClipArts</vt:lpstr>
      <vt:lpstr>Kostenlose ClipArts vom Office.com</vt:lpstr>
      <vt:lpstr>Die ClipArts umfärben</vt:lpstr>
      <vt:lpstr>Umgefärbte ClipArts für Piktogramme</vt:lpstr>
      <vt:lpstr>Brainstorming zum Projekt MFA</vt:lpstr>
      <vt:lpstr>Aktionstag Teambildung</vt:lpstr>
      <vt:lpstr>Ziele darstellen mit SmartArt-Grafiken </vt:lpstr>
      <vt:lpstr>Ziele in einer Zielscheibe darstellen</vt:lpstr>
      <vt:lpstr>Ziele mit einem einfachen Venn aufzeigen</vt:lpstr>
      <vt:lpstr>»Ineinander greifende Ringe« für Ziele</vt:lpstr>
      <vt:lpstr>»Ineinander greifende Ringe« für Ziele</vt:lpstr>
      <vt:lpstr>»Ineinander greifende Ringe« für Ziele</vt:lpstr>
      <vt:lpstr>»Ineinander greifende Ringe« für Ziele</vt:lpstr>
      <vt:lpstr>»Ineinander greifende Ringe« für Ziele</vt:lpstr>
      <vt:lpstr>Tipp: Automatismen ausschalten</vt:lpstr>
    </vt:vector>
  </TitlesOfParts>
  <Company>schiecke.biz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Bausteine für Projektpräsentationen</dc:title>
  <dc:subject>Projekt Magazin | Ausgabe 3-2014</dc:subject>
  <dc:creator>Dieter Schiecke</dc:creator>
  <dc:description>www.anwendertage.de_x000d_
www.office2010-blog.de_x000d_
www.office2013-blog.de</dc:description>
  <cp:lastModifiedBy>Dieter Schiecke</cp:lastModifiedBy>
  <cp:revision>294</cp:revision>
  <dcterms:created xsi:type="dcterms:W3CDTF">2014-01-25T14:47:55Z</dcterms:created>
  <dcterms:modified xsi:type="dcterms:W3CDTF">2014-01-28T07:31:10Z</dcterms:modified>
</cp:coreProperties>
</file>