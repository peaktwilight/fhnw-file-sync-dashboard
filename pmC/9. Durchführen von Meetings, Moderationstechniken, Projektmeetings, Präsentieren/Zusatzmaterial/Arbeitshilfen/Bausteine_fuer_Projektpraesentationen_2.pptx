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ags/tag1.xml" ContentType="application/vnd.openxmlformats-officedocument.presentationml.tag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ags/tag2.xml" ContentType="application/vnd.openxmlformats-officedocument.presentationml.tags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53" r:id="rId3"/>
    <p:sldId id="358" r:id="rId4"/>
    <p:sldId id="327" r:id="rId5"/>
    <p:sldId id="329" r:id="rId6"/>
    <p:sldId id="333" r:id="rId7"/>
    <p:sldId id="332" r:id="rId8"/>
    <p:sldId id="365" r:id="rId9"/>
    <p:sldId id="334" r:id="rId10"/>
    <p:sldId id="338" r:id="rId11"/>
    <p:sldId id="335" r:id="rId12"/>
    <p:sldId id="336" r:id="rId13"/>
    <p:sldId id="337" r:id="rId14"/>
    <p:sldId id="357" r:id="rId15"/>
    <p:sldId id="339" r:id="rId16"/>
    <p:sldId id="330" r:id="rId17"/>
    <p:sldId id="340" r:id="rId18"/>
    <p:sldId id="331" r:id="rId19"/>
    <p:sldId id="323" r:id="rId20"/>
    <p:sldId id="324" r:id="rId21"/>
    <p:sldId id="325" r:id="rId22"/>
    <p:sldId id="326" r:id="rId23"/>
    <p:sldId id="366" r:id="rId24"/>
    <p:sldId id="367" r:id="rId25"/>
    <p:sldId id="368" r:id="rId26"/>
    <p:sldId id="356" r:id="rId27"/>
    <p:sldId id="348" r:id="rId28"/>
    <p:sldId id="349" r:id="rId29"/>
    <p:sldId id="351" r:id="rId30"/>
    <p:sldId id="352" r:id="rId31"/>
    <p:sldId id="364" r:id="rId32"/>
    <p:sldId id="363" r:id="rId33"/>
    <p:sldId id="360" r:id="rId34"/>
    <p:sldId id="362" r:id="rId35"/>
    <p:sldId id="361" r:id="rId36"/>
    <p:sldId id="355" r:id="rId37"/>
    <p:sldId id="341" r:id="rId38"/>
    <p:sldId id="346" r:id="rId39"/>
    <p:sldId id="347" r:id="rId40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F82AAC15-C613-4E10-A186-D0EA1CD7069D}">
          <p14:sldIdLst>
            <p14:sldId id="256"/>
            <p14:sldId id="353"/>
          </p14:sldIdLst>
        </p14:section>
        <p14:section name="Schnellüberblick per Zeitstrahl" id="{155FB250-87FA-4C47-A9F6-47F24C4E70F0}">
          <p14:sldIdLst>
            <p14:sldId id="358"/>
            <p14:sldId id="327"/>
            <p14:sldId id="329"/>
            <p14:sldId id="333"/>
            <p14:sldId id="332"/>
            <p14:sldId id="365"/>
            <p14:sldId id="334"/>
            <p14:sldId id="338"/>
            <p14:sldId id="335"/>
            <p14:sldId id="336"/>
            <p14:sldId id="337"/>
          </p14:sldIdLst>
        </p14:section>
        <p14:section name="Terminübersicht plus Details" id="{2009F730-9F44-4369-85F0-886582B732A9}">
          <p14:sldIdLst>
            <p14:sldId id="357"/>
            <p14:sldId id="339"/>
            <p14:sldId id="330"/>
            <p14:sldId id="340"/>
            <p14:sldId id="331"/>
            <p14:sldId id="323"/>
            <p14:sldId id="324"/>
            <p14:sldId id="325"/>
            <p14:sldId id="326"/>
            <p14:sldId id="366"/>
            <p14:sldId id="367"/>
            <p14:sldId id="368"/>
          </p14:sldIdLst>
        </p14:section>
        <p14:section name="Übersicht per Gantt-Darstellung" id="{07112FA6-81DE-4FA1-A4BD-0E5B91B9897A}">
          <p14:sldIdLst>
            <p14:sldId id="356"/>
            <p14:sldId id="348"/>
            <p14:sldId id="349"/>
            <p14:sldId id="351"/>
            <p14:sldId id="352"/>
            <p14:sldId id="364"/>
            <p14:sldId id="363"/>
            <p14:sldId id="360"/>
            <p14:sldId id="362"/>
            <p14:sldId id="361"/>
          </p14:sldIdLst>
        </p14:section>
        <p14:section name="Projektstart mit Filmklappe" id="{5EDA597E-82D6-4745-80DE-DF5FC0AE9D43}">
          <p14:sldIdLst>
            <p14:sldId id="355"/>
            <p14:sldId id="341"/>
            <p14:sldId id="346"/>
            <p14:sldId id="347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1616">
          <p15:clr>
            <a:srgbClr val="A4A3A4"/>
          </p15:clr>
        </p15:guide>
        <p15:guide id="2" pos="4754">
          <p15:clr>
            <a:srgbClr val="A4A3A4"/>
          </p15:clr>
        </p15:guide>
        <p15:guide id="3" pos="29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20" autoAdjust="0"/>
    <p:restoredTop sz="94660"/>
  </p:normalViewPr>
  <p:slideViewPr>
    <p:cSldViewPr showGuides="1">
      <p:cViewPr>
        <p:scale>
          <a:sx n="125" d="100"/>
          <a:sy n="125" d="100"/>
        </p:scale>
        <p:origin x="-822" y="-72"/>
      </p:cViewPr>
      <p:guideLst>
        <p:guide orient="horz" pos="1616"/>
        <p:guide pos="4754"/>
        <p:guide pos="35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2B54D9-D06E-4089-ADF3-62EE7A6CFC7C}" type="doc">
      <dgm:prSet loTypeId="urn:microsoft.com/office/officeart/2005/8/layout/hProcess11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4CC7431E-942A-4A38-8DF2-25D5B3A0178A}">
      <dgm:prSet custT="1"/>
      <dgm:spPr/>
      <dgm:t>
        <a:bodyPr/>
        <a:lstStyle/>
        <a:p>
          <a:pPr rtl="0"/>
          <a:r>
            <a:rPr lang="de-DE" sz="2000" dirty="0" smtClean="0"/>
            <a:t>05-2014</a:t>
          </a:r>
          <a:br>
            <a:rPr lang="de-DE" sz="2000" dirty="0" smtClean="0"/>
          </a:br>
          <a:r>
            <a:rPr lang="de-DE" sz="2000" dirty="0" smtClean="0"/>
            <a:t>Ist-Analyse</a:t>
          </a:r>
          <a:endParaRPr lang="de-DE" sz="2000" dirty="0"/>
        </a:p>
      </dgm:t>
    </dgm:pt>
    <dgm:pt modelId="{0F35C38A-9FE4-4B5E-AE70-0D88003247BA}" type="parTrans" cxnId="{7B46E41E-F5FD-468B-BEB7-4C61DE27EA4A}">
      <dgm:prSet/>
      <dgm:spPr/>
      <dgm:t>
        <a:bodyPr/>
        <a:lstStyle/>
        <a:p>
          <a:endParaRPr lang="de-DE" sz="2000"/>
        </a:p>
      </dgm:t>
    </dgm:pt>
    <dgm:pt modelId="{3E484FA5-8653-492E-B839-7A2C82104A48}" type="sibTrans" cxnId="{7B46E41E-F5FD-468B-BEB7-4C61DE27EA4A}">
      <dgm:prSet/>
      <dgm:spPr/>
      <dgm:t>
        <a:bodyPr/>
        <a:lstStyle/>
        <a:p>
          <a:endParaRPr lang="de-DE" sz="2000"/>
        </a:p>
      </dgm:t>
    </dgm:pt>
    <dgm:pt modelId="{6ECAEFD4-2F8E-4019-BBAD-508F5F24FF6F}">
      <dgm:prSet custT="1"/>
      <dgm:spPr/>
      <dgm:t>
        <a:bodyPr/>
        <a:lstStyle/>
        <a:p>
          <a:pPr rtl="0"/>
          <a:r>
            <a:rPr lang="de-DE" sz="2000" smtClean="0"/>
            <a:t>06-2014</a:t>
          </a:r>
          <a:br>
            <a:rPr lang="de-DE" sz="2000" smtClean="0"/>
          </a:br>
          <a:r>
            <a:rPr lang="de-DE" sz="2000" smtClean="0"/>
            <a:t>Konzept</a:t>
          </a:r>
          <a:endParaRPr lang="de-DE" sz="2000"/>
        </a:p>
      </dgm:t>
    </dgm:pt>
    <dgm:pt modelId="{BC720B5A-92F4-4A01-A710-6CAD5F1624C6}" type="parTrans" cxnId="{5F34E2BB-343A-4E10-94B9-2983F37849B7}">
      <dgm:prSet/>
      <dgm:spPr/>
      <dgm:t>
        <a:bodyPr/>
        <a:lstStyle/>
        <a:p>
          <a:endParaRPr lang="de-DE" sz="2000"/>
        </a:p>
      </dgm:t>
    </dgm:pt>
    <dgm:pt modelId="{F5D07F8D-1A69-4E78-9421-0F7F09D44389}" type="sibTrans" cxnId="{5F34E2BB-343A-4E10-94B9-2983F37849B7}">
      <dgm:prSet/>
      <dgm:spPr/>
      <dgm:t>
        <a:bodyPr/>
        <a:lstStyle/>
        <a:p>
          <a:endParaRPr lang="de-DE" sz="2000"/>
        </a:p>
      </dgm:t>
    </dgm:pt>
    <dgm:pt modelId="{AFB4C69F-D03B-4075-B079-C1057779FCC6}">
      <dgm:prSet custT="1"/>
      <dgm:spPr/>
      <dgm:t>
        <a:bodyPr/>
        <a:lstStyle/>
        <a:p>
          <a:pPr rtl="0"/>
          <a:r>
            <a:rPr lang="de-DE" sz="2000" smtClean="0"/>
            <a:t>09-2014</a:t>
          </a:r>
          <a:br>
            <a:rPr lang="de-DE" sz="2000" smtClean="0"/>
          </a:br>
          <a:r>
            <a:rPr lang="de-DE" sz="2000" smtClean="0"/>
            <a:t>Prototyp</a:t>
          </a:r>
          <a:endParaRPr lang="de-DE" sz="2000"/>
        </a:p>
      </dgm:t>
    </dgm:pt>
    <dgm:pt modelId="{151884FC-0CC5-4355-8434-DA09D1B2125F}" type="parTrans" cxnId="{520441B4-E61A-4B65-BBD7-68202A91E969}">
      <dgm:prSet/>
      <dgm:spPr/>
      <dgm:t>
        <a:bodyPr/>
        <a:lstStyle/>
        <a:p>
          <a:endParaRPr lang="de-DE" sz="2000"/>
        </a:p>
      </dgm:t>
    </dgm:pt>
    <dgm:pt modelId="{928AC08B-7802-4332-BC81-26980AD4B4D9}" type="sibTrans" cxnId="{520441B4-E61A-4B65-BBD7-68202A91E969}">
      <dgm:prSet/>
      <dgm:spPr/>
      <dgm:t>
        <a:bodyPr/>
        <a:lstStyle/>
        <a:p>
          <a:endParaRPr lang="de-DE" sz="2000"/>
        </a:p>
      </dgm:t>
    </dgm:pt>
    <dgm:pt modelId="{B84F0042-C482-43E0-90D9-FD88916C4950}">
      <dgm:prSet custT="1"/>
      <dgm:spPr/>
      <dgm:t>
        <a:bodyPr/>
        <a:lstStyle/>
        <a:p>
          <a:pPr rtl="0"/>
          <a:r>
            <a:rPr lang="de-DE" sz="2000" smtClean="0"/>
            <a:t>11-2014</a:t>
          </a:r>
          <a:br>
            <a:rPr lang="de-DE" sz="2000" smtClean="0"/>
          </a:br>
          <a:r>
            <a:rPr lang="de-DE" sz="2000" smtClean="0"/>
            <a:t>Feldtests</a:t>
          </a:r>
          <a:endParaRPr lang="de-DE" sz="2000"/>
        </a:p>
      </dgm:t>
    </dgm:pt>
    <dgm:pt modelId="{C1093822-CCDD-4E8C-BC1C-298FE2747084}" type="parTrans" cxnId="{9697EF2B-DC29-486E-9DB0-B7EB51D2ECA5}">
      <dgm:prSet/>
      <dgm:spPr/>
      <dgm:t>
        <a:bodyPr/>
        <a:lstStyle/>
        <a:p>
          <a:endParaRPr lang="de-DE" sz="2000"/>
        </a:p>
      </dgm:t>
    </dgm:pt>
    <dgm:pt modelId="{D3F58385-9BCE-4984-BF20-FA9FD176A836}" type="sibTrans" cxnId="{9697EF2B-DC29-486E-9DB0-B7EB51D2ECA5}">
      <dgm:prSet/>
      <dgm:spPr/>
      <dgm:t>
        <a:bodyPr/>
        <a:lstStyle/>
        <a:p>
          <a:endParaRPr lang="de-DE" sz="2000"/>
        </a:p>
      </dgm:t>
    </dgm:pt>
    <dgm:pt modelId="{C4868AB2-E479-487B-A429-9F3F2E2165B7}">
      <dgm:prSet custT="1"/>
      <dgm:spPr/>
      <dgm:t>
        <a:bodyPr/>
        <a:lstStyle/>
        <a:p>
          <a:pPr rtl="0"/>
          <a:r>
            <a:rPr lang="de-DE" sz="2000" dirty="0" smtClean="0"/>
            <a:t>12-2014</a:t>
          </a:r>
          <a:br>
            <a:rPr lang="de-DE" sz="2000" dirty="0" smtClean="0"/>
          </a:br>
          <a:r>
            <a:rPr lang="de-DE" sz="2000" dirty="0" smtClean="0"/>
            <a:t>Rollout</a:t>
          </a:r>
          <a:endParaRPr lang="de-DE" sz="2000" dirty="0"/>
        </a:p>
      </dgm:t>
    </dgm:pt>
    <dgm:pt modelId="{5F1F5394-3826-406D-AC57-047341CDD237}" type="parTrans" cxnId="{D09904B6-FD93-435A-9698-F42B28AB87C6}">
      <dgm:prSet/>
      <dgm:spPr/>
      <dgm:t>
        <a:bodyPr/>
        <a:lstStyle/>
        <a:p>
          <a:endParaRPr lang="de-DE" sz="2000"/>
        </a:p>
      </dgm:t>
    </dgm:pt>
    <dgm:pt modelId="{7C5F1614-B17B-4D01-92B9-FF8CE7A17792}" type="sibTrans" cxnId="{D09904B6-FD93-435A-9698-F42B28AB87C6}">
      <dgm:prSet/>
      <dgm:spPr/>
      <dgm:t>
        <a:bodyPr/>
        <a:lstStyle/>
        <a:p>
          <a:endParaRPr lang="de-DE" sz="2000"/>
        </a:p>
      </dgm:t>
    </dgm:pt>
    <dgm:pt modelId="{DBF06062-15CF-448D-891D-7DF3B8236117}" type="pres">
      <dgm:prSet presAssocID="{A52B54D9-D06E-4089-ADF3-62EE7A6CFC7C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A2E379AC-A4A5-4AFD-BED0-8E0F02984678}" type="pres">
      <dgm:prSet presAssocID="{A52B54D9-D06E-4089-ADF3-62EE7A6CFC7C}" presName="arrow" presStyleLbl="bgShp" presStyleIdx="0" presStyleCnt="1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>
        <a:prstGeom prst="stripedRightArrow">
          <a:avLst/>
        </a:prstGeom>
      </dgm:spPr>
    </dgm:pt>
    <dgm:pt modelId="{ECD1A876-F0CA-4EC0-870B-89AEE144664A}" type="pres">
      <dgm:prSet presAssocID="{A52B54D9-D06E-4089-ADF3-62EE7A6CFC7C}" presName="points" presStyleCnt="0"/>
      <dgm:spPr/>
    </dgm:pt>
    <dgm:pt modelId="{CA1D77F0-F756-42BA-A8C9-76250BB17BFD}" type="pres">
      <dgm:prSet presAssocID="{4CC7431E-942A-4A38-8DF2-25D5B3A0178A}" presName="compositeA" presStyleCnt="0"/>
      <dgm:spPr/>
    </dgm:pt>
    <dgm:pt modelId="{7BE3946A-3F39-46B9-A112-04DAAB07EC1C}" type="pres">
      <dgm:prSet presAssocID="{4CC7431E-942A-4A38-8DF2-25D5B3A0178A}" presName="textA" presStyleLbl="revTx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5504613-D076-4C1B-B2AB-3CC046280F8E}" type="pres">
      <dgm:prSet presAssocID="{4CC7431E-942A-4A38-8DF2-25D5B3A0178A}" presName="circleA" presStyleLbl="node1" presStyleIdx="0" presStyleCnt="5"/>
      <dgm:spPr/>
    </dgm:pt>
    <dgm:pt modelId="{5FFB0CD7-4CC6-4DE6-90F8-B16AC7C60F64}" type="pres">
      <dgm:prSet presAssocID="{4CC7431E-942A-4A38-8DF2-25D5B3A0178A}" presName="spaceA" presStyleCnt="0"/>
      <dgm:spPr/>
    </dgm:pt>
    <dgm:pt modelId="{CA5C0EF1-6783-42AB-AF0E-108BA8395ABF}" type="pres">
      <dgm:prSet presAssocID="{3E484FA5-8653-492E-B839-7A2C82104A48}" presName="space" presStyleCnt="0"/>
      <dgm:spPr/>
    </dgm:pt>
    <dgm:pt modelId="{B619C1A4-CECB-42A8-9083-007FB4F0EDF3}" type="pres">
      <dgm:prSet presAssocID="{6ECAEFD4-2F8E-4019-BBAD-508F5F24FF6F}" presName="compositeB" presStyleCnt="0"/>
      <dgm:spPr/>
    </dgm:pt>
    <dgm:pt modelId="{1F5969E5-8780-41D1-ADDE-A483A1513EE5}" type="pres">
      <dgm:prSet presAssocID="{6ECAEFD4-2F8E-4019-BBAD-508F5F24FF6F}" presName="textB" presStyleLbl="revTx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73A3171-0C96-4ED7-ACD0-6D58378E9E0F}" type="pres">
      <dgm:prSet presAssocID="{6ECAEFD4-2F8E-4019-BBAD-508F5F24FF6F}" presName="circleB" presStyleLbl="node1" presStyleIdx="1" presStyleCnt="5"/>
      <dgm:spPr/>
    </dgm:pt>
    <dgm:pt modelId="{0F521D61-1B62-494B-958E-584604FB7D45}" type="pres">
      <dgm:prSet presAssocID="{6ECAEFD4-2F8E-4019-BBAD-508F5F24FF6F}" presName="spaceB" presStyleCnt="0"/>
      <dgm:spPr/>
    </dgm:pt>
    <dgm:pt modelId="{F869DD38-8BC5-45E8-A072-8E8F96F38603}" type="pres">
      <dgm:prSet presAssocID="{F5D07F8D-1A69-4E78-9421-0F7F09D44389}" presName="space" presStyleCnt="0"/>
      <dgm:spPr/>
    </dgm:pt>
    <dgm:pt modelId="{413FD935-E916-4008-A30F-6924276CC1D4}" type="pres">
      <dgm:prSet presAssocID="{AFB4C69F-D03B-4075-B079-C1057779FCC6}" presName="compositeA" presStyleCnt="0"/>
      <dgm:spPr/>
    </dgm:pt>
    <dgm:pt modelId="{DAF9DA6A-E3B8-4B1E-9D0B-C12BAFD38E42}" type="pres">
      <dgm:prSet presAssocID="{AFB4C69F-D03B-4075-B079-C1057779FCC6}" presName="textA" presStyleLbl="revTx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544158D-5E4F-46DB-86EF-55C1F5FF62CF}" type="pres">
      <dgm:prSet presAssocID="{AFB4C69F-D03B-4075-B079-C1057779FCC6}" presName="circleA" presStyleLbl="node1" presStyleIdx="2" presStyleCnt="5"/>
      <dgm:spPr/>
    </dgm:pt>
    <dgm:pt modelId="{463BACB6-8182-4487-B54B-77CC2424B76C}" type="pres">
      <dgm:prSet presAssocID="{AFB4C69F-D03B-4075-B079-C1057779FCC6}" presName="spaceA" presStyleCnt="0"/>
      <dgm:spPr/>
    </dgm:pt>
    <dgm:pt modelId="{73DA0778-2FAF-4D15-B14A-7DD255D2994C}" type="pres">
      <dgm:prSet presAssocID="{928AC08B-7802-4332-BC81-26980AD4B4D9}" presName="space" presStyleCnt="0"/>
      <dgm:spPr/>
    </dgm:pt>
    <dgm:pt modelId="{BB4E8094-DFCA-4A13-9266-F1092B0D7198}" type="pres">
      <dgm:prSet presAssocID="{B84F0042-C482-43E0-90D9-FD88916C4950}" presName="compositeB" presStyleCnt="0"/>
      <dgm:spPr/>
    </dgm:pt>
    <dgm:pt modelId="{94373F3C-6918-45C1-81C6-A1AF6444EDF4}" type="pres">
      <dgm:prSet presAssocID="{B84F0042-C482-43E0-90D9-FD88916C4950}" presName="textB" presStyleLbl="revTx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CC0A606-6B46-4AB7-A0A8-E1C33E5B0AF5}" type="pres">
      <dgm:prSet presAssocID="{B84F0042-C482-43E0-90D9-FD88916C4950}" presName="circleB" presStyleLbl="node1" presStyleIdx="3" presStyleCnt="5"/>
      <dgm:spPr/>
    </dgm:pt>
    <dgm:pt modelId="{D8ADE14F-7EBD-49C7-94BC-C24D289F6151}" type="pres">
      <dgm:prSet presAssocID="{B84F0042-C482-43E0-90D9-FD88916C4950}" presName="spaceB" presStyleCnt="0"/>
      <dgm:spPr/>
    </dgm:pt>
    <dgm:pt modelId="{E667BE65-4BB5-49A6-9136-52EFD6DA9CD6}" type="pres">
      <dgm:prSet presAssocID="{D3F58385-9BCE-4984-BF20-FA9FD176A836}" presName="space" presStyleCnt="0"/>
      <dgm:spPr/>
    </dgm:pt>
    <dgm:pt modelId="{3A47AFD0-C755-4958-93A8-1FD44522F711}" type="pres">
      <dgm:prSet presAssocID="{C4868AB2-E479-487B-A429-9F3F2E2165B7}" presName="compositeA" presStyleCnt="0"/>
      <dgm:spPr/>
    </dgm:pt>
    <dgm:pt modelId="{DFE48574-B5E9-4CDA-918A-D5BF039336AA}" type="pres">
      <dgm:prSet presAssocID="{C4868AB2-E479-487B-A429-9F3F2E2165B7}" presName="textA" presStyleLbl="revTx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4AEF5FA-C8BC-4763-8324-937568C87327}" type="pres">
      <dgm:prSet presAssocID="{C4868AB2-E479-487B-A429-9F3F2E2165B7}" presName="circleA" presStyleLbl="node1" presStyleIdx="4" presStyleCnt="5"/>
      <dgm:spPr/>
    </dgm:pt>
    <dgm:pt modelId="{DD1342E8-0F21-4781-BB72-70575F9E090C}" type="pres">
      <dgm:prSet presAssocID="{C4868AB2-E479-487B-A429-9F3F2E2165B7}" presName="spaceA" presStyleCnt="0"/>
      <dgm:spPr/>
    </dgm:pt>
  </dgm:ptLst>
  <dgm:cxnLst>
    <dgm:cxn modelId="{5F34E2BB-343A-4E10-94B9-2983F37849B7}" srcId="{A52B54D9-D06E-4089-ADF3-62EE7A6CFC7C}" destId="{6ECAEFD4-2F8E-4019-BBAD-508F5F24FF6F}" srcOrd="1" destOrd="0" parTransId="{BC720B5A-92F4-4A01-A710-6CAD5F1624C6}" sibTransId="{F5D07F8D-1A69-4E78-9421-0F7F09D44389}"/>
    <dgm:cxn modelId="{9697EF2B-DC29-486E-9DB0-B7EB51D2ECA5}" srcId="{A52B54D9-D06E-4089-ADF3-62EE7A6CFC7C}" destId="{B84F0042-C482-43E0-90D9-FD88916C4950}" srcOrd="3" destOrd="0" parTransId="{C1093822-CCDD-4E8C-BC1C-298FE2747084}" sibTransId="{D3F58385-9BCE-4984-BF20-FA9FD176A836}"/>
    <dgm:cxn modelId="{6DBACDCA-1105-47B2-9CC7-C1F17FF92847}" type="presOf" srcId="{A52B54D9-D06E-4089-ADF3-62EE7A6CFC7C}" destId="{DBF06062-15CF-448D-891D-7DF3B8236117}" srcOrd="0" destOrd="0" presId="urn:microsoft.com/office/officeart/2005/8/layout/hProcess11"/>
    <dgm:cxn modelId="{4223FD83-F414-4CBA-8E7C-F1B999987CB3}" type="presOf" srcId="{4CC7431E-942A-4A38-8DF2-25D5B3A0178A}" destId="{7BE3946A-3F39-46B9-A112-04DAAB07EC1C}" srcOrd="0" destOrd="0" presId="urn:microsoft.com/office/officeart/2005/8/layout/hProcess11"/>
    <dgm:cxn modelId="{520441B4-E61A-4B65-BBD7-68202A91E969}" srcId="{A52B54D9-D06E-4089-ADF3-62EE7A6CFC7C}" destId="{AFB4C69F-D03B-4075-B079-C1057779FCC6}" srcOrd="2" destOrd="0" parTransId="{151884FC-0CC5-4355-8434-DA09D1B2125F}" sibTransId="{928AC08B-7802-4332-BC81-26980AD4B4D9}"/>
    <dgm:cxn modelId="{D318C4EA-A4D2-4D14-9573-8F35F94AC916}" type="presOf" srcId="{AFB4C69F-D03B-4075-B079-C1057779FCC6}" destId="{DAF9DA6A-E3B8-4B1E-9D0B-C12BAFD38E42}" srcOrd="0" destOrd="0" presId="urn:microsoft.com/office/officeart/2005/8/layout/hProcess11"/>
    <dgm:cxn modelId="{5E941AE8-80CD-4D8E-831C-DCA49F9026A0}" type="presOf" srcId="{6ECAEFD4-2F8E-4019-BBAD-508F5F24FF6F}" destId="{1F5969E5-8780-41D1-ADDE-A483A1513EE5}" srcOrd="0" destOrd="0" presId="urn:microsoft.com/office/officeart/2005/8/layout/hProcess11"/>
    <dgm:cxn modelId="{D09904B6-FD93-435A-9698-F42B28AB87C6}" srcId="{A52B54D9-D06E-4089-ADF3-62EE7A6CFC7C}" destId="{C4868AB2-E479-487B-A429-9F3F2E2165B7}" srcOrd="4" destOrd="0" parTransId="{5F1F5394-3826-406D-AC57-047341CDD237}" sibTransId="{7C5F1614-B17B-4D01-92B9-FF8CE7A17792}"/>
    <dgm:cxn modelId="{7B46E41E-F5FD-468B-BEB7-4C61DE27EA4A}" srcId="{A52B54D9-D06E-4089-ADF3-62EE7A6CFC7C}" destId="{4CC7431E-942A-4A38-8DF2-25D5B3A0178A}" srcOrd="0" destOrd="0" parTransId="{0F35C38A-9FE4-4B5E-AE70-0D88003247BA}" sibTransId="{3E484FA5-8653-492E-B839-7A2C82104A48}"/>
    <dgm:cxn modelId="{7322C532-FA21-4F57-9CF7-CFD2DDEA6349}" type="presOf" srcId="{C4868AB2-E479-487B-A429-9F3F2E2165B7}" destId="{DFE48574-B5E9-4CDA-918A-D5BF039336AA}" srcOrd="0" destOrd="0" presId="urn:microsoft.com/office/officeart/2005/8/layout/hProcess11"/>
    <dgm:cxn modelId="{EA4DE046-5109-4C4A-8E18-CBDF6FC77E5D}" type="presOf" srcId="{B84F0042-C482-43E0-90D9-FD88916C4950}" destId="{94373F3C-6918-45C1-81C6-A1AF6444EDF4}" srcOrd="0" destOrd="0" presId="urn:microsoft.com/office/officeart/2005/8/layout/hProcess11"/>
    <dgm:cxn modelId="{96C0A180-F5FC-4AC0-AF49-47532215256F}" type="presParOf" srcId="{DBF06062-15CF-448D-891D-7DF3B8236117}" destId="{A2E379AC-A4A5-4AFD-BED0-8E0F02984678}" srcOrd="0" destOrd="0" presId="urn:microsoft.com/office/officeart/2005/8/layout/hProcess11"/>
    <dgm:cxn modelId="{E5BD4BC9-729F-42C3-9F43-56634C3E264F}" type="presParOf" srcId="{DBF06062-15CF-448D-891D-7DF3B8236117}" destId="{ECD1A876-F0CA-4EC0-870B-89AEE144664A}" srcOrd="1" destOrd="0" presId="urn:microsoft.com/office/officeart/2005/8/layout/hProcess11"/>
    <dgm:cxn modelId="{8C1D5D3B-3BE1-4F96-BE66-BB6FE4EE6BFD}" type="presParOf" srcId="{ECD1A876-F0CA-4EC0-870B-89AEE144664A}" destId="{CA1D77F0-F756-42BA-A8C9-76250BB17BFD}" srcOrd="0" destOrd="0" presId="urn:microsoft.com/office/officeart/2005/8/layout/hProcess11"/>
    <dgm:cxn modelId="{41BE812A-E56E-4355-8634-3946B7D97E17}" type="presParOf" srcId="{CA1D77F0-F756-42BA-A8C9-76250BB17BFD}" destId="{7BE3946A-3F39-46B9-A112-04DAAB07EC1C}" srcOrd="0" destOrd="0" presId="urn:microsoft.com/office/officeart/2005/8/layout/hProcess11"/>
    <dgm:cxn modelId="{C3C89116-EF52-4AB5-9EDF-D5CEE60D6271}" type="presParOf" srcId="{CA1D77F0-F756-42BA-A8C9-76250BB17BFD}" destId="{25504613-D076-4C1B-B2AB-3CC046280F8E}" srcOrd="1" destOrd="0" presId="urn:microsoft.com/office/officeart/2005/8/layout/hProcess11"/>
    <dgm:cxn modelId="{01FE43B3-5FB2-4C5E-8E8A-2E9630874349}" type="presParOf" srcId="{CA1D77F0-F756-42BA-A8C9-76250BB17BFD}" destId="{5FFB0CD7-4CC6-4DE6-90F8-B16AC7C60F64}" srcOrd="2" destOrd="0" presId="urn:microsoft.com/office/officeart/2005/8/layout/hProcess11"/>
    <dgm:cxn modelId="{2EE5216E-FCC9-4125-9C00-A4165E9A5478}" type="presParOf" srcId="{ECD1A876-F0CA-4EC0-870B-89AEE144664A}" destId="{CA5C0EF1-6783-42AB-AF0E-108BA8395ABF}" srcOrd="1" destOrd="0" presId="urn:microsoft.com/office/officeart/2005/8/layout/hProcess11"/>
    <dgm:cxn modelId="{D8A0CF26-0985-43D1-AA6F-0DC8CBF2A9D7}" type="presParOf" srcId="{ECD1A876-F0CA-4EC0-870B-89AEE144664A}" destId="{B619C1A4-CECB-42A8-9083-007FB4F0EDF3}" srcOrd="2" destOrd="0" presId="urn:microsoft.com/office/officeart/2005/8/layout/hProcess11"/>
    <dgm:cxn modelId="{333F5D76-34A4-4BB2-BCC1-47CA85679478}" type="presParOf" srcId="{B619C1A4-CECB-42A8-9083-007FB4F0EDF3}" destId="{1F5969E5-8780-41D1-ADDE-A483A1513EE5}" srcOrd="0" destOrd="0" presId="urn:microsoft.com/office/officeart/2005/8/layout/hProcess11"/>
    <dgm:cxn modelId="{002FC9FD-9542-4106-B810-4EA8035F2143}" type="presParOf" srcId="{B619C1A4-CECB-42A8-9083-007FB4F0EDF3}" destId="{473A3171-0C96-4ED7-ACD0-6D58378E9E0F}" srcOrd="1" destOrd="0" presId="urn:microsoft.com/office/officeart/2005/8/layout/hProcess11"/>
    <dgm:cxn modelId="{735B6D51-DAFA-4B75-9E9E-B485AE249EFF}" type="presParOf" srcId="{B619C1A4-CECB-42A8-9083-007FB4F0EDF3}" destId="{0F521D61-1B62-494B-958E-584604FB7D45}" srcOrd="2" destOrd="0" presId="urn:microsoft.com/office/officeart/2005/8/layout/hProcess11"/>
    <dgm:cxn modelId="{0B5981B9-5AD0-4BFD-BE01-D7E4A108F30A}" type="presParOf" srcId="{ECD1A876-F0CA-4EC0-870B-89AEE144664A}" destId="{F869DD38-8BC5-45E8-A072-8E8F96F38603}" srcOrd="3" destOrd="0" presId="urn:microsoft.com/office/officeart/2005/8/layout/hProcess11"/>
    <dgm:cxn modelId="{E68C4834-3D6F-4A72-B843-516C67B26AF5}" type="presParOf" srcId="{ECD1A876-F0CA-4EC0-870B-89AEE144664A}" destId="{413FD935-E916-4008-A30F-6924276CC1D4}" srcOrd="4" destOrd="0" presId="urn:microsoft.com/office/officeart/2005/8/layout/hProcess11"/>
    <dgm:cxn modelId="{D76B4017-7250-4C4E-B681-77E2E1590253}" type="presParOf" srcId="{413FD935-E916-4008-A30F-6924276CC1D4}" destId="{DAF9DA6A-E3B8-4B1E-9D0B-C12BAFD38E42}" srcOrd="0" destOrd="0" presId="urn:microsoft.com/office/officeart/2005/8/layout/hProcess11"/>
    <dgm:cxn modelId="{BABFAB3E-D915-42ED-81A2-4A8DF172AB3F}" type="presParOf" srcId="{413FD935-E916-4008-A30F-6924276CC1D4}" destId="{1544158D-5E4F-46DB-86EF-55C1F5FF62CF}" srcOrd="1" destOrd="0" presId="urn:microsoft.com/office/officeart/2005/8/layout/hProcess11"/>
    <dgm:cxn modelId="{65AB18D0-8DCD-4CBC-BB20-FAE876A4D7D1}" type="presParOf" srcId="{413FD935-E916-4008-A30F-6924276CC1D4}" destId="{463BACB6-8182-4487-B54B-77CC2424B76C}" srcOrd="2" destOrd="0" presId="urn:microsoft.com/office/officeart/2005/8/layout/hProcess11"/>
    <dgm:cxn modelId="{D2EB91BF-45A3-4F7B-A394-2D78557F477E}" type="presParOf" srcId="{ECD1A876-F0CA-4EC0-870B-89AEE144664A}" destId="{73DA0778-2FAF-4D15-B14A-7DD255D2994C}" srcOrd="5" destOrd="0" presId="urn:microsoft.com/office/officeart/2005/8/layout/hProcess11"/>
    <dgm:cxn modelId="{887A7D56-8BB8-4054-A7B9-41F56F3D5224}" type="presParOf" srcId="{ECD1A876-F0CA-4EC0-870B-89AEE144664A}" destId="{BB4E8094-DFCA-4A13-9266-F1092B0D7198}" srcOrd="6" destOrd="0" presId="urn:microsoft.com/office/officeart/2005/8/layout/hProcess11"/>
    <dgm:cxn modelId="{1FBD55A5-5BF2-4BEE-A697-9C2B93B00E68}" type="presParOf" srcId="{BB4E8094-DFCA-4A13-9266-F1092B0D7198}" destId="{94373F3C-6918-45C1-81C6-A1AF6444EDF4}" srcOrd="0" destOrd="0" presId="urn:microsoft.com/office/officeart/2005/8/layout/hProcess11"/>
    <dgm:cxn modelId="{B1AF1E2B-DB61-444C-8025-72DACCB7A4DE}" type="presParOf" srcId="{BB4E8094-DFCA-4A13-9266-F1092B0D7198}" destId="{1CC0A606-6B46-4AB7-A0A8-E1C33E5B0AF5}" srcOrd="1" destOrd="0" presId="urn:microsoft.com/office/officeart/2005/8/layout/hProcess11"/>
    <dgm:cxn modelId="{0CCDEB58-B1F4-4ECD-A20D-7673AC1DC0A5}" type="presParOf" srcId="{BB4E8094-DFCA-4A13-9266-F1092B0D7198}" destId="{D8ADE14F-7EBD-49C7-94BC-C24D289F6151}" srcOrd="2" destOrd="0" presId="urn:microsoft.com/office/officeart/2005/8/layout/hProcess11"/>
    <dgm:cxn modelId="{43734CD4-35D7-46EE-AC1B-269C6C534521}" type="presParOf" srcId="{ECD1A876-F0CA-4EC0-870B-89AEE144664A}" destId="{E667BE65-4BB5-49A6-9136-52EFD6DA9CD6}" srcOrd="7" destOrd="0" presId="urn:microsoft.com/office/officeart/2005/8/layout/hProcess11"/>
    <dgm:cxn modelId="{969265CD-63DD-454B-9D4B-5975CC7B8615}" type="presParOf" srcId="{ECD1A876-F0CA-4EC0-870B-89AEE144664A}" destId="{3A47AFD0-C755-4958-93A8-1FD44522F711}" srcOrd="8" destOrd="0" presId="urn:microsoft.com/office/officeart/2005/8/layout/hProcess11"/>
    <dgm:cxn modelId="{D8DE9494-6767-47E7-A8E4-D1A12700A493}" type="presParOf" srcId="{3A47AFD0-C755-4958-93A8-1FD44522F711}" destId="{DFE48574-B5E9-4CDA-918A-D5BF039336AA}" srcOrd="0" destOrd="0" presId="urn:microsoft.com/office/officeart/2005/8/layout/hProcess11"/>
    <dgm:cxn modelId="{0458873C-CC83-4B98-A8FB-F4E0E4CC250D}" type="presParOf" srcId="{3A47AFD0-C755-4958-93A8-1FD44522F711}" destId="{64AEF5FA-C8BC-4763-8324-937568C87327}" srcOrd="1" destOrd="0" presId="urn:microsoft.com/office/officeart/2005/8/layout/hProcess11"/>
    <dgm:cxn modelId="{BD65A7D9-3D7E-48F9-A1AB-8F36F9150CAF}" type="presParOf" srcId="{3A47AFD0-C755-4958-93A8-1FD44522F711}" destId="{DD1342E8-0F21-4781-BB72-70575F9E090C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8F0068-0E66-435F-B535-99A562466A6E}" type="doc">
      <dgm:prSet loTypeId="urn:microsoft.com/office/officeart/2005/8/layout/process3" loCatId="process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7944709E-FD4A-41CA-901A-1AAE9B2C509B}">
      <dgm:prSet phldrT="[Text]"/>
      <dgm:spPr/>
      <dgm:t>
        <a:bodyPr/>
        <a:lstStyle/>
        <a:p>
          <a:r>
            <a:rPr lang="de-DE" dirty="0" smtClean="0"/>
            <a:t>Phase 1</a:t>
          </a:r>
          <a:endParaRPr lang="de-DE" dirty="0"/>
        </a:p>
      </dgm:t>
    </dgm:pt>
    <dgm:pt modelId="{92BC5B82-4CEF-462F-93C0-657C9E38FB19}" type="parTrans" cxnId="{834342C8-B7E3-4A59-8BD6-A08D923EABBF}">
      <dgm:prSet/>
      <dgm:spPr/>
      <dgm:t>
        <a:bodyPr/>
        <a:lstStyle/>
        <a:p>
          <a:endParaRPr lang="de-DE"/>
        </a:p>
      </dgm:t>
    </dgm:pt>
    <dgm:pt modelId="{8AC6E15D-8B5D-40C3-9FC7-D755FA5D2058}" type="sibTrans" cxnId="{834342C8-B7E3-4A59-8BD6-A08D923EABBF}">
      <dgm:prSet/>
      <dgm:spPr/>
      <dgm:t>
        <a:bodyPr/>
        <a:lstStyle/>
        <a:p>
          <a:endParaRPr lang="de-DE"/>
        </a:p>
      </dgm:t>
    </dgm:pt>
    <dgm:pt modelId="{D9253F7B-3EF1-4427-867C-CCB1B778F8C7}">
      <dgm:prSet phldrT="[Text]"/>
      <dgm:spPr/>
      <dgm:t>
        <a:bodyPr/>
        <a:lstStyle/>
        <a:p>
          <a:r>
            <a:rPr lang="de-DE" dirty="0" smtClean="0"/>
            <a:t>Detailtext</a:t>
          </a:r>
          <a:endParaRPr lang="de-DE" dirty="0"/>
        </a:p>
      </dgm:t>
    </dgm:pt>
    <dgm:pt modelId="{54721CD5-9974-4486-BB2C-60EA692229CE}" type="parTrans" cxnId="{24F8FBDE-640B-44D2-848F-64D0117751A0}">
      <dgm:prSet/>
      <dgm:spPr/>
      <dgm:t>
        <a:bodyPr/>
        <a:lstStyle/>
        <a:p>
          <a:endParaRPr lang="de-DE"/>
        </a:p>
      </dgm:t>
    </dgm:pt>
    <dgm:pt modelId="{BA08F233-7FB4-474B-A331-835326DCE2B9}" type="sibTrans" cxnId="{24F8FBDE-640B-44D2-848F-64D0117751A0}">
      <dgm:prSet/>
      <dgm:spPr/>
      <dgm:t>
        <a:bodyPr/>
        <a:lstStyle/>
        <a:p>
          <a:endParaRPr lang="de-DE"/>
        </a:p>
      </dgm:t>
    </dgm:pt>
    <dgm:pt modelId="{397D1D16-9FC1-4EBA-BAE9-CC2EBF4A5330}">
      <dgm:prSet phldrT="[Text]"/>
      <dgm:spPr/>
      <dgm:t>
        <a:bodyPr/>
        <a:lstStyle/>
        <a:p>
          <a:r>
            <a:rPr lang="de-DE" dirty="0" smtClean="0"/>
            <a:t>Phase 2</a:t>
          </a:r>
          <a:endParaRPr lang="de-DE" dirty="0"/>
        </a:p>
      </dgm:t>
    </dgm:pt>
    <dgm:pt modelId="{CBAA34C9-4372-4655-BC97-4A7969305515}" type="parTrans" cxnId="{9A9D3849-C47B-4947-BE46-E221D452C0F1}">
      <dgm:prSet/>
      <dgm:spPr/>
      <dgm:t>
        <a:bodyPr/>
        <a:lstStyle/>
        <a:p>
          <a:endParaRPr lang="de-DE"/>
        </a:p>
      </dgm:t>
    </dgm:pt>
    <dgm:pt modelId="{F79C2681-16BC-455C-A827-812B04BCF771}" type="sibTrans" cxnId="{9A9D3849-C47B-4947-BE46-E221D452C0F1}">
      <dgm:prSet/>
      <dgm:spPr/>
      <dgm:t>
        <a:bodyPr/>
        <a:lstStyle/>
        <a:p>
          <a:endParaRPr lang="de-DE"/>
        </a:p>
      </dgm:t>
    </dgm:pt>
    <dgm:pt modelId="{D2FAF5CE-4DFF-48E6-9261-C109081509BF}">
      <dgm:prSet phldrT="[Text]"/>
      <dgm:spPr/>
      <dgm:t>
        <a:bodyPr/>
        <a:lstStyle/>
        <a:p>
          <a:r>
            <a:rPr lang="de-DE" dirty="0" smtClean="0"/>
            <a:t>Detailtext</a:t>
          </a:r>
          <a:endParaRPr lang="de-DE" dirty="0"/>
        </a:p>
      </dgm:t>
    </dgm:pt>
    <dgm:pt modelId="{6D3CD8E1-2E85-4FAC-BB40-16EE0E82A5F9}" type="parTrans" cxnId="{90CB48E5-804C-40B3-A0BF-67FCF1FE61F4}">
      <dgm:prSet/>
      <dgm:spPr/>
      <dgm:t>
        <a:bodyPr/>
        <a:lstStyle/>
        <a:p>
          <a:endParaRPr lang="de-DE"/>
        </a:p>
      </dgm:t>
    </dgm:pt>
    <dgm:pt modelId="{C743A1F8-1580-4FB8-B56B-B5FDABCDF786}" type="sibTrans" cxnId="{90CB48E5-804C-40B3-A0BF-67FCF1FE61F4}">
      <dgm:prSet/>
      <dgm:spPr/>
      <dgm:t>
        <a:bodyPr/>
        <a:lstStyle/>
        <a:p>
          <a:endParaRPr lang="de-DE"/>
        </a:p>
      </dgm:t>
    </dgm:pt>
    <dgm:pt modelId="{7AF93DE6-0B33-4F59-81C7-16017F18261A}">
      <dgm:prSet phldrT="[Text]"/>
      <dgm:spPr/>
      <dgm:t>
        <a:bodyPr/>
        <a:lstStyle/>
        <a:p>
          <a:r>
            <a:rPr lang="de-DE" dirty="0" smtClean="0"/>
            <a:t>Phase 3</a:t>
          </a:r>
          <a:endParaRPr lang="de-DE" dirty="0"/>
        </a:p>
      </dgm:t>
    </dgm:pt>
    <dgm:pt modelId="{26AF2F96-F9AF-424F-9815-C35A993469CE}" type="parTrans" cxnId="{14FBFD16-FD7D-4EFD-AB84-1993F860A07B}">
      <dgm:prSet/>
      <dgm:spPr/>
      <dgm:t>
        <a:bodyPr/>
        <a:lstStyle/>
        <a:p>
          <a:endParaRPr lang="de-DE"/>
        </a:p>
      </dgm:t>
    </dgm:pt>
    <dgm:pt modelId="{8D801924-3674-42E4-BAF5-AD37865E4B77}" type="sibTrans" cxnId="{14FBFD16-FD7D-4EFD-AB84-1993F860A07B}">
      <dgm:prSet/>
      <dgm:spPr/>
      <dgm:t>
        <a:bodyPr/>
        <a:lstStyle/>
        <a:p>
          <a:endParaRPr lang="de-DE"/>
        </a:p>
      </dgm:t>
    </dgm:pt>
    <dgm:pt modelId="{5716CB51-97CF-4291-9E1A-4A7C1C4E8F07}">
      <dgm:prSet phldrT="[Text]"/>
      <dgm:spPr/>
      <dgm:t>
        <a:bodyPr/>
        <a:lstStyle/>
        <a:p>
          <a:r>
            <a:rPr lang="de-DE" dirty="0" smtClean="0"/>
            <a:t>Detailtext</a:t>
          </a:r>
          <a:endParaRPr lang="de-DE" dirty="0"/>
        </a:p>
      </dgm:t>
    </dgm:pt>
    <dgm:pt modelId="{5428FCDF-75F6-4E16-A7FD-4CA6B5CAAF26}" type="parTrans" cxnId="{472C7BF8-879F-4B32-8DDC-CDFDF64C757D}">
      <dgm:prSet/>
      <dgm:spPr/>
      <dgm:t>
        <a:bodyPr/>
        <a:lstStyle/>
        <a:p>
          <a:endParaRPr lang="de-DE"/>
        </a:p>
      </dgm:t>
    </dgm:pt>
    <dgm:pt modelId="{12727F99-F9CE-4CD9-8A15-E205C0E6A805}" type="sibTrans" cxnId="{472C7BF8-879F-4B32-8DDC-CDFDF64C757D}">
      <dgm:prSet/>
      <dgm:spPr/>
      <dgm:t>
        <a:bodyPr/>
        <a:lstStyle/>
        <a:p>
          <a:endParaRPr lang="de-DE"/>
        </a:p>
      </dgm:t>
    </dgm:pt>
    <dgm:pt modelId="{CDB907D3-A04C-46EF-83A6-CF3CAAB7E003}">
      <dgm:prSet phldrT="[Text]"/>
      <dgm:spPr/>
      <dgm:t>
        <a:bodyPr/>
        <a:lstStyle/>
        <a:p>
          <a:r>
            <a:rPr lang="de-DE" dirty="0" smtClean="0"/>
            <a:t>Detailtext</a:t>
          </a:r>
          <a:endParaRPr lang="de-DE" dirty="0"/>
        </a:p>
      </dgm:t>
    </dgm:pt>
    <dgm:pt modelId="{9D4D789A-48D9-4618-A370-5E967BC2CE62}" type="parTrans" cxnId="{0B1668D1-8AC7-4994-A88F-A8F322298673}">
      <dgm:prSet/>
      <dgm:spPr/>
      <dgm:t>
        <a:bodyPr/>
        <a:lstStyle/>
        <a:p>
          <a:endParaRPr lang="de-DE"/>
        </a:p>
      </dgm:t>
    </dgm:pt>
    <dgm:pt modelId="{1903C3B9-4679-4B9E-9BAB-7771A8A6D6A1}" type="sibTrans" cxnId="{0B1668D1-8AC7-4994-A88F-A8F322298673}">
      <dgm:prSet/>
      <dgm:spPr/>
      <dgm:t>
        <a:bodyPr/>
        <a:lstStyle/>
        <a:p>
          <a:endParaRPr lang="de-DE"/>
        </a:p>
      </dgm:t>
    </dgm:pt>
    <dgm:pt modelId="{5953D1F1-5476-4C96-9C58-B9CA81B2EEF4}">
      <dgm:prSet phldrT="[Text]"/>
      <dgm:spPr/>
      <dgm:t>
        <a:bodyPr/>
        <a:lstStyle/>
        <a:p>
          <a:r>
            <a:rPr lang="de-DE" dirty="0" smtClean="0"/>
            <a:t>Detailtext</a:t>
          </a:r>
          <a:endParaRPr lang="de-DE" dirty="0"/>
        </a:p>
      </dgm:t>
    </dgm:pt>
    <dgm:pt modelId="{9ADDFD9B-DD48-4673-81B6-0CB15234E6A0}" type="parTrans" cxnId="{EE0D56F6-9D65-4AFA-8517-922738551D8C}">
      <dgm:prSet/>
      <dgm:spPr/>
      <dgm:t>
        <a:bodyPr/>
        <a:lstStyle/>
        <a:p>
          <a:endParaRPr lang="de-DE"/>
        </a:p>
      </dgm:t>
    </dgm:pt>
    <dgm:pt modelId="{FBE60191-3205-4AD7-984B-CA63F0CEEECC}" type="sibTrans" cxnId="{EE0D56F6-9D65-4AFA-8517-922738551D8C}">
      <dgm:prSet/>
      <dgm:spPr/>
      <dgm:t>
        <a:bodyPr/>
        <a:lstStyle/>
        <a:p>
          <a:endParaRPr lang="de-DE"/>
        </a:p>
      </dgm:t>
    </dgm:pt>
    <dgm:pt modelId="{6EFF5DCC-B29A-489C-B3B1-1F67ADF3CF0E}">
      <dgm:prSet phldrT="[Text]"/>
      <dgm:spPr/>
      <dgm:t>
        <a:bodyPr/>
        <a:lstStyle/>
        <a:p>
          <a:r>
            <a:rPr lang="de-DE" smtClean="0"/>
            <a:t>Detailtext</a:t>
          </a:r>
          <a:endParaRPr lang="de-DE" dirty="0"/>
        </a:p>
      </dgm:t>
    </dgm:pt>
    <dgm:pt modelId="{04E8DF14-4F7B-4CCD-8A6E-A34C9568BBC1}" type="parTrans" cxnId="{7084FA22-3ABD-4BF8-B0D0-B5A59174F612}">
      <dgm:prSet/>
      <dgm:spPr/>
      <dgm:t>
        <a:bodyPr/>
        <a:lstStyle/>
        <a:p>
          <a:endParaRPr lang="de-DE"/>
        </a:p>
      </dgm:t>
    </dgm:pt>
    <dgm:pt modelId="{A67FA7FB-0B62-47CA-8A37-BEF4A91A11CB}" type="sibTrans" cxnId="{7084FA22-3ABD-4BF8-B0D0-B5A59174F612}">
      <dgm:prSet/>
      <dgm:spPr/>
      <dgm:t>
        <a:bodyPr/>
        <a:lstStyle/>
        <a:p>
          <a:endParaRPr lang="de-DE"/>
        </a:p>
      </dgm:t>
    </dgm:pt>
    <dgm:pt modelId="{BE3F126B-1A84-40E2-9B66-95C8FADB8092}" type="pres">
      <dgm:prSet presAssocID="{A38F0068-0E66-435F-B535-99A562466A6E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5F300C66-7392-49CE-AD4F-8CA3410DA031}" type="pres">
      <dgm:prSet presAssocID="{7944709E-FD4A-41CA-901A-1AAE9B2C509B}" presName="composite" presStyleCnt="0"/>
      <dgm:spPr/>
      <dgm:t>
        <a:bodyPr/>
        <a:lstStyle/>
        <a:p>
          <a:endParaRPr lang="de-DE"/>
        </a:p>
      </dgm:t>
    </dgm:pt>
    <dgm:pt modelId="{BE724FDA-A823-4B74-B771-CBD7EFE16F9D}" type="pres">
      <dgm:prSet presAssocID="{7944709E-FD4A-41CA-901A-1AAE9B2C509B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F4EA03E2-9314-4638-A5DF-D27EA4743F51}" type="pres">
      <dgm:prSet presAssocID="{7944709E-FD4A-41CA-901A-1AAE9B2C509B}" presName="parSh" presStyleLbl="node1" presStyleIdx="0" presStyleCnt="3"/>
      <dgm:spPr/>
      <dgm:t>
        <a:bodyPr/>
        <a:lstStyle/>
        <a:p>
          <a:endParaRPr lang="de-DE"/>
        </a:p>
      </dgm:t>
    </dgm:pt>
    <dgm:pt modelId="{FAE390D2-EA5F-4328-90FD-6A3118BD5E54}" type="pres">
      <dgm:prSet presAssocID="{7944709E-FD4A-41CA-901A-1AAE9B2C509B}" presName="desTx" presStyleLbl="fgAcc1" presStyleIdx="0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7A772D8-6DB7-40F2-8464-E125F65BB503}" type="pres">
      <dgm:prSet presAssocID="{8AC6E15D-8B5D-40C3-9FC7-D755FA5D2058}" presName="sibTrans" presStyleLbl="sibTrans2D1" presStyleIdx="0" presStyleCnt="2"/>
      <dgm:spPr/>
      <dgm:t>
        <a:bodyPr/>
        <a:lstStyle/>
        <a:p>
          <a:endParaRPr lang="de-DE"/>
        </a:p>
      </dgm:t>
    </dgm:pt>
    <dgm:pt modelId="{32A77CFC-8D7E-4BCD-9780-E69E5443A7E2}" type="pres">
      <dgm:prSet presAssocID="{8AC6E15D-8B5D-40C3-9FC7-D755FA5D2058}" presName="connTx" presStyleLbl="sibTrans2D1" presStyleIdx="0" presStyleCnt="2"/>
      <dgm:spPr/>
      <dgm:t>
        <a:bodyPr/>
        <a:lstStyle/>
        <a:p>
          <a:endParaRPr lang="de-DE"/>
        </a:p>
      </dgm:t>
    </dgm:pt>
    <dgm:pt modelId="{79D91DDD-DBD1-48BB-9819-482284608EED}" type="pres">
      <dgm:prSet presAssocID="{397D1D16-9FC1-4EBA-BAE9-CC2EBF4A5330}" presName="composite" presStyleCnt="0"/>
      <dgm:spPr/>
      <dgm:t>
        <a:bodyPr/>
        <a:lstStyle/>
        <a:p>
          <a:endParaRPr lang="de-DE"/>
        </a:p>
      </dgm:t>
    </dgm:pt>
    <dgm:pt modelId="{E0E30734-2CCA-44F5-A3A5-B1B89DC5AAEE}" type="pres">
      <dgm:prSet presAssocID="{397D1D16-9FC1-4EBA-BAE9-CC2EBF4A5330}" presName="parTx" presStyleLbl="node1" presStyleIdx="0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584775D-F261-4A05-9AED-C15D0CB59C91}" type="pres">
      <dgm:prSet presAssocID="{397D1D16-9FC1-4EBA-BAE9-CC2EBF4A5330}" presName="parSh" presStyleLbl="node1" presStyleIdx="1" presStyleCnt="3"/>
      <dgm:spPr/>
      <dgm:t>
        <a:bodyPr/>
        <a:lstStyle/>
        <a:p>
          <a:endParaRPr lang="de-DE"/>
        </a:p>
      </dgm:t>
    </dgm:pt>
    <dgm:pt modelId="{8573C002-983E-4836-90B9-1CFC7FB83E2E}" type="pres">
      <dgm:prSet presAssocID="{397D1D16-9FC1-4EBA-BAE9-CC2EBF4A5330}" presName="desTx" presStyleLbl="fgAcc1" presStyleIdx="1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D177C9A4-BE0F-4B72-B3BD-FAAB8D1C1F3E}" type="pres">
      <dgm:prSet presAssocID="{F79C2681-16BC-455C-A827-812B04BCF771}" presName="sibTrans" presStyleLbl="sibTrans2D1" presStyleIdx="1" presStyleCnt="2"/>
      <dgm:spPr/>
      <dgm:t>
        <a:bodyPr/>
        <a:lstStyle/>
        <a:p>
          <a:endParaRPr lang="de-DE"/>
        </a:p>
      </dgm:t>
    </dgm:pt>
    <dgm:pt modelId="{4D364556-B3C7-4AFE-8B48-5DF0CA2B45EB}" type="pres">
      <dgm:prSet presAssocID="{F79C2681-16BC-455C-A827-812B04BCF771}" presName="connTx" presStyleLbl="sibTrans2D1" presStyleIdx="1" presStyleCnt="2"/>
      <dgm:spPr/>
      <dgm:t>
        <a:bodyPr/>
        <a:lstStyle/>
        <a:p>
          <a:endParaRPr lang="de-DE"/>
        </a:p>
      </dgm:t>
    </dgm:pt>
    <dgm:pt modelId="{F45ABE9A-1352-42FD-9400-B331FF1347C5}" type="pres">
      <dgm:prSet presAssocID="{7AF93DE6-0B33-4F59-81C7-16017F18261A}" presName="composite" presStyleCnt="0"/>
      <dgm:spPr/>
      <dgm:t>
        <a:bodyPr/>
        <a:lstStyle/>
        <a:p>
          <a:endParaRPr lang="de-DE"/>
        </a:p>
      </dgm:t>
    </dgm:pt>
    <dgm:pt modelId="{0A9D3679-E380-4CD6-AFC0-F35EBBE086C3}" type="pres">
      <dgm:prSet presAssocID="{7AF93DE6-0B33-4F59-81C7-16017F18261A}" presName="parTx" presStyleLbl="node1" presStyleIdx="1" presStyleCnt="3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C72BAB8F-DC91-4676-9C81-0DC508AB44FE}" type="pres">
      <dgm:prSet presAssocID="{7AF93DE6-0B33-4F59-81C7-16017F18261A}" presName="parSh" presStyleLbl="node1" presStyleIdx="2" presStyleCnt="3"/>
      <dgm:spPr/>
      <dgm:t>
        <a:bodyPr/>
        <a:lstStyle/>
        <a:p>
          <a:endParaRPr lang="de-DE"/>
        </a:p>
      </dgm:t>
    </dgm:pt>
    <dgm:pt modelId="{435828DC-E766-49FC-BBBD-0504E4521C4A}" type="pres">
      <dgm:prSet presAssocID="{7AF93DE6-0B33-4F59-81C7-16017F18261A}" presName="desTx" presStyleLbl="fgAcc1" presStyleIdx="2" presStyleCnt="3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2ACD4F93-337D-4C7D-8B83-B45BD1098D48}" type="presOf" srcId="{7944709E-FD4A-41CA-901A-1AAE9B2C509B}" destId="{BE724FDA-A823-4B74-B771-CBD7EFE16F9D}" srcOrd="0" destOrd="0" presId="urn:microsoft.com/office/officeart/2005/8/layout/process3"/>
    <dgm:cxn modelId="{0B1668D1-8AC7-4994-A88F-A8F322298673}" srcId="{7944709E-FD4A-41CA-901A-1AAE9B2C509B}" destId="{CDB907D3-A04C-46EF-83A6-CF3CAAB7E003}" srcOrd="1" destOrd="0" parTransId="{9D4D789A-48D9-4618-A370-5E967BC2CE62}" sibTransId="{1903C3B9-4679-4B9E-9BAB-7771A8A6D6A1}"/>
    <dgm:cxn modelId="{9A9D3849-C47B-4947-BE46-E221D452C0F1}" srcId="{A38F0068-0E66-435F-B535-99A562466A6E}" destId="{397D1D16-9FC1-4EBA-BAE9-CC2EBF4A5330}" srcOrd="1" destOrd="0" parTransId="{CBAA34C9-4372-4655-BC97-4A7969305515}" sibTransId="{F79C2681-16BC-455C-A827-812B04BCF771}"/>
    <dgm:cxn modelId="{90CB48E5-804C-40B3-A0BF-67FCF1FE61F4}" srcId="{397D1D16-9FC1-4EBA-BAE9-CC2EBF4A5330}" destId="{D2FAF5CE-4DFF-48E6-9261-C109081509BF}" srcOrd="0" destOrd="0" parTransId="{6D3CD8E1-2E85-4FAC-BB40-16EE0E82A5F9}" sibTransId="{C743A1F8-1580-4FB8-B56B-B5FDABCDF786}"/>
    <dgm:cxn modelId="{41A9469F-345B-47C8-95EA-8F0BB573C622}" type="presOf" srcId="{CDB907D3-A04C-46EF-83A6-CF3CAAB7E003}" destId="{FAE390D2-EA5F-4328-90FD-6A3118BD5E54}" srcOrd="0" destOrd="1" presId="urn:microsoft.com/office/officeart/2005/8/layout/process3"/>
    <dgm:cxn modelId="{25360890-46C0-4DB3-B438-F10941518DED}" type="presOf" srcId="{5716CB51-97CF-4291-9E1A-4A7C1C4E8F07}" destId="{435828DC-E766-49FC-BBBD-0504E4521C4A}" srcOrd="0" destOrd="0" presId="urn:microsoft.com/office/officeart/2005/8/layout/process3"/>
    <dgm:cxn modelId="{5DB46971-00EA-48D5-823D-F97D37E145B8}" type="presOf" srcId="{6EFF5DCC-B29A-489C-B3B1-1F67ADF3CF0E}" destId="{435828DC-E766-49FC-BBBD-0504E4521C4A}" srcOrd="0" destOrd="1" presId="urn:microsoft.com/office/officeart/2005/8/layout/process3"/>
    <dgm:cxn modelId="{58205B7A-ADD5-4AF0-9804-8B1F2F522A31}" type="presOf" srcId="{D9253F7B-3EF1-4427-867C-CCB1B778F8C7}" destId="{FAE390D2-EA5F-4328-90FD-6A3118BD5E54}" srcOrd="0" destOrd="0" presId="urn:microsoft.com/office/officeart/2005/8/layout/process3"/>
    <dgm:cxn modelId="{9AB0191D-2AAF-4105-A6D6-3F3F84D6C19E}" type="presOf" srcId="{D2FAF5CE-4DFF-48E6-9261-C109081509BF}" destId="{8573C002-983E-4836-90B9-1CFC7FB83E2E}" srcOrd="0" destOrd="0" presId="urn:microsoft.com/office/officeart/2005/8/layout/process3"/>
    <dgm:cxn modelId="{42FB9256-8B65-4E32-BDE3-EBFF2E09AA9D}" type="presOf" srcId="{A38F0068-0E66-435F-B535-99A562466A6E}" destId="{BE3F126B-1A84-40E2-9B66-95C8FADB8092}" srcOrd="0" destOrd="0" presId="urn:microsoft.com/office/officeart/2005/8/layout/process3"/>
    <dgm:cxn modelId="{14FBFD16-FD7D-4EFD-AB84-1993F860A07B}" srcId="{A38F0068-0E66-435F-B535-99A562466A6E}" destId="{7AF93DE6-0B33-4F59-81C7-16017F18261A}" srcOrd="2" destOrd="0" parTransId="{26AF2F96-F9AF-424F-9815-C35A993469CE}" sibTransId="{8D801924-3674-42E4-BAF5-AD37865E4B77}"/>
    <dgm:cxn modelId="{8E8A603F-50B2-4E44-A8B7-81E28B9D8417}" type="presOf" srcId="{F79C2681-16BC-455C-A827-812B04BCF771}" destId="{4D364556-B3C7-4AFE-8B48-5DF0CA2B45EB}" srcOrd="1" destOrd="0" presId="urn:microsoft.com/office/officeart/2005/8/layout/process3"/>
    <dgm:cxn modelId="{834342C8-B7E3-4A59-8BD6-A08D923EABBF}" srcId="{A38F0068-0E66-435F-B535-99A562466A6E}" destId="{7944709E-FD4A-41CA-901A-1AAE9B2C509B}" srcOrd="0" destOrd="0" parTransId="{92BC5B82-4CEF-462F-93C0-657C9E38FB19}" sibTransId="{8AC6E15D-8B5D-40C3-9FC7-D755FA5D2058}"/>
    <dgm:cxn modelId="{1B642930-AFC9-441B-942C-CDE09F60E7E5}" type="presOf" srcId="{397D1D16-9FC1-4EBA-BAE9-CC2EBF4A5330}" destId="{E0E30734-2CCA-44F5-A3A5-B1B89DC5AAEE}" srcOrd="0" destOrd="0" presId="urn:microsoft.com/office/officeart/2005/8/layout/process3"/>
    <dgm:cxn modelId="{E90DCA2C-3E65-48BA-A95E-D95F9DDBBA95}" type="presOf" srcId="{8AC6E15D-8B5D-40C3-9FC7-D755FA5D2058}" destId="{57A772D8-6DB7-40F2-8464-E125F65BB503}" srcOrd="0" destOrd="0" presId="urn:microsoft.com/office/officeart/2005/8/layout/process3"/>
    <dgm:cxn modelId="{4F7A5651-1E2B-4CBD-B598-0E53D762D9A6}" type="presOf" srcId="{F79C2681-16BC-455C-A827-812B04BCF771}" destId="{D177C9A4-BE0F-4B72-B3BD-FAAB8D1C1F3E}" srcOrd="0" destOrd="0" presId="urn:microsoft.com/office/officeart/2005/8/layout/process3"/>
    <dgm:cxn modelId="{7084FA22-3ABD-4BF8-B0D0-B5A59174F612}" srcId="{7AF93DE6-0B33-4F59-81C7-16017F18261A}" destId="{6EFF5DCC-B29A-489C-B3B1-1F67ADF3CF0E}" srcOrd="1" destOrd="0" parTransId="{04E8DF14-4F7B-4CCD-8A6E-A34C9568BBC1}" sibTransId="{A67FA7FB-0B62-47CA-8A37-BEF4A91A11CB}"/>
    <dgm:cxn modelId="{EE0D56F6-9D65-4AFA-8517-922738551D8C}" srcId="{397D1D16-9FC1-4EBA-BAE9-CC2EBF4A5330}" destId="{5953D1F1-5476-4C96-9C58-B9CA81B2EEF4}" srcOrd="1" destOrd="0" parTransId="{9ADDFD9B-DD48-4673-81B6-0CB15234E6A0}" sibTransId="{FBE60191-3205-4AD7-984B-CA63F0CEEECC}"/>
    <dgm:cxn modelId="{DA4DD9DF-7BBE-4513-833A-441BA0BBA506}" type="presOf" srcId="{397D1D16-9FC1-4EBA-BAE9-CC2EBF4A5330}" destId="{2584775D-F261-4A05-9AED-C15D0CB59C91}" srcOrd="1" destOrd="0" presId="urn:microsoft.com/office/officeart/2005/8/layout/process3"/>
    <dgm:cxn modelId="{7A3FA35C-35A8-4D2C-9815-F3CBC41CEA5A}" type="presOf" srcId="{8AC6E15D-8B5D-40C3-9FC7-D755FA5D2058}" destId="{32A77CFC-8D7E-4BCD-9780-E69E5443A7E2}" srcOrd="1" destOrd="0" presId="urn:microsoft.com/office/officeart/2005/8/layout/process3"/>
    <dgm:cxn modelId="{530EB8EC-3305-4ADA-8787-09141649D711}" type="presOf" srcId="{7AF93DE6-0B33-4F59-81C7-16017F18261A}" destId="{0A9D3679-E380-4CD6-AFC0-F35EBBE086C3}" srcOrd="0" destOrd="0" presId="urn:microsoft.com/office/officeart/2005/8/layout/process3"/>
    <dgm:cxn modelId="{95201518-0AC3-468C-B7FB-3DC50CE68CEF}" type="presOf" srcId="{7944709E-FD4A-41CA-901A-1AAE9B2C509B}" destId="{F4EA03E2-9314-4638-A5DF-D27EA4743F51}" srcOrd="1" destOrd="0" presId="urn:microsoft.com/office/officeart/2005/8/layout/process3"/>
    <dgm:cxn modelId="{24F8FBDE-640B-44D2-848F-64D0117751A0}" srcId="{7944709E-FD4A-41CA-901A-1AAE9B2C509B}" destId="{D9253F7B-3EF1-4427-867C-CCB1B778F8C7}" srcOrd="0" destOrd="0" parTransId="{54721CD5-9974-4486-BB2C-60EA692229CE}" sibTransId="{BA08F233-7FB4-474B-A331-835326DCE2B9}"/>
    <dgm:cxn modelId="{220CA678-1241-47C6-80A1-54482CFA2ED6}" type="presOf" srcId="{5953D1F1-5476-4C96-9C58-B9CA81B2EEF4}" destId="{8573C002-983E-4836-90B9-1CFC7FB83E2E}" srcOrd="0" destOrd="1" presId="urn:microsoft.com/office/officeart/2005/8/layout/process3"/>
    <dgm:cxn modelId="{472C7BF8-879F-4B32-8DDC-CDFDF64C757D}" srcId="{7AF93DE6-0B33-4F59-81C7-16017F18261A}" destId="{5716CB51-97CF-4291-9E1A-4A7C1C4E8F07}" srcOrd="0" destOrd="0" parTransId="{5428FCDF-75F6-4E16-A7FD-4CA6B5CAAF26}" sibTransId="{12727F99-F9CE-4CD9-8A15-E205C0E6A805}"/>
    <dgm:cxn modelId="{9ADE75BD-CAA2-4CEC-AD94-99337FA6BC12}" type="presOf" srcId="{7AF93DE6-0B33-4F59-81C7-16017F18261A}" destId="{C72BAB8F-DC91-4676-9C81-0DC508AB44FE}" srcOrd="1" destOrd="0" presId="urn:microsoft.com/office/officeart/2005/8/layout/process3"/>
    <dgm:cxn modelId="{22D12A0E-12A6-448A-A45A-24FF561320C5}" type="presParOf" srcId="{BE3F126B-1A84-40E2-9B66-95C8FADB8092}" destId="{5F300C66-7392-49CE-AD4F-8CA3410DA031}" srcOrd="0" destOrd="0" presId="urn:microsoft.com/office/officeart/2005/8/layout/process3"/>
    <dgm:cxn modelId="{A58416BC-B099-4D44-9311-A5B76A91EBC9}" type="presParOf" srcId="{5F300C66-7392-49CE-AD4F-8CA3410DA031}" destId="{BE724FDA-A823-4B74-B771-CBD7EFE16F9D}" srcOrd="0" destOrd="0" presId="urn:microsoft.com/office/officeart/2005/8/layout/process3"/>
    <dgm:cxn modelId="{D83B05DC-75D4-4669-A42A-3DE3135F48E0}" type="presParOf" srcId="{5F300C66-7392-49CE-AD4F-8CA3410DA031}" destId="{F4EA03E2-9314-4638-A5DF-D27EA4743F51}" srcOrd="1" destOrd="0" presId="urn:microsoft.com/office/officeart/2005/8/layout/process3"/>
    <dgm:cxn modelId="{14B00D90-E303-436D-9835-3EA9B80819D9}" type="presParOf" srcId="{5F300C66-7392-49CE-AD4F-8CA3410DA031}" destId="{FAE390D2-EA5F-4328-90FD-6A3118BD5E54}" srcOrd="2" destOrd="0" presId="urn:microsoft.com/office/officeart/2005/8/layout/process3"/>
    <dgm:cxn modelId="{EB3F78DD-395E-4154-85AF-C9C94D9A2FBC}" type="presParOf" srcId="{BE3F126B-1A84-40E2-9B66-95C8FADB8092}" destId="{57A772D8-6DB7-40F2-8464-E125F65BB503}" srcOrd="1" destOrd="0" presId="urn:microsoft.com/office/officeart/2005/8/layout/process3"/>
    <dgm:cxn modelId="{3ED6AE46-49ED-433D-AA3E-9565AAC1AF88}" type="presParOf" srcId="{57A772D8-6DB7-40F2-8464-E125F65BB503}" destId="{32A77CFC-8D7E-4BCD-9780-E69E5443A7E2}" srcOrd="0" destOrd="0" presId="urn:microsoft.com/office/officeart/2005/8/layout/process3"/>
    <dgm:cxn modelId="{6BB9CF89-E682-4283-B35C-DB43BA829EBD}" type="presParOf" srcId="{BE3F126B-1A84-40E2-9B66-95C8FADB8092}" destId="{79D91DDD-DBD1-48BB-9819-482284608EED}" srcOrd="2" destOrd="0" presId="urn:microsoft.com/office/officeart/2005/8/layout/process3"/>
    <dgm:cxn modelId="{3B006D9E-25CB-4B6D-BB39-1A6147A1FB19}" type="presParOf" srcId="{79D91DDD-DBD1-48BB-9819-482284608EED}" destId="{E0E30734-2CCA-44F5-A3A5-B1B89DC5AAEE}" srcOrd="0" destOrd="0" presId="urn:microsoft.com/office/officeart/2005/8/layout/process3"/>
    <dgm:cxn modelId="{12D33D52-F0F1-42B6-BA43-F83559A9294C}" type="presParOf" srcId="{79D91DDD-DBD1-48BB-9819-482284608EED}" destId="{2584775D-F261-4A05-9AED-C15D0CB59C91}" srcOrd="1" destOrd="0" presId="urn:microsoft.com/office/officeart/2005/8/layout/process3"/>
    <dgm:cxn modelId="{9B98F470-155C-4845-B6FB-1685E3CE32F2}" type="presParOf" srcId="{79D91DDD-DBD1-48BB-9819-482284608EED}" destId="{8573C002-983E-4836-90B9-1CFC7FB83E2E}" srcOrd="2" destOrd="0" presId="urn:microsoft.com/office/officeart/2005/8/layout/process3"/>
    <dgm:cxn modelId="{5303D7B2-8F79-4E4D-AF1C-B6B5D7B6A1BE}" type="presParOf" srcId="{BE3F126B-1A84-40E2-9B66-95C8FADB8092}" destId="{D177C9A4-BE0F-4B72-B3BD-FAAB8D1C1F3E}" srcOrd="3" destOrd="0" presId="urn:microsoft.com/office/officeart/2005/8/layout/process3"/>
    <dgm:cxn modelId="{3A1251F8-1D0E-4228-82C3-94BD0930B9A0}" type="presParOf" srcId="{D177C9A4-BE0F-4B72-B3BD-FAAB8D1C1F3E}" destId="{4D364556-B3C7-4AFE-8B48-5DF0CA2B45EB}" srcOrd="0" destOrd="0" presId="urn:microsoft.com/office/officeart/2005/8/layout/process3"/>
    <dgm:cxn modelId="{2078484C-21A9-4A2A-B363-EDE53E91A390}" type="presParOf" srcId="{BE3F126B-1A84-40E2-9B66-95C8FADB8092}" destId="{F45ABE9A-1352-42FD-9400-B331FF1347C5}" srcOrd="4" destOrd="0" presId="urn:microsoft.com/office/officeart/2005/8/layout/process3"/>
    <dgm:cxn modelId="{CE287779-26AB-46DC-B7AD-AA926DBCF0DC}" type="presParOf" srcId="{F45ABE9A-1352-42FD-9400-B331FF1347C5}" destId="{0A9D3679-E380-4CD6-AFC0-F35EBBE086C3}" srcOrd="0" destOrd="0" presId="urn:microsoft.com/office/officeart/2005/8/layout/process3"/>
    <dgm:cxn modelId="{0898087B-D135-4A28-A183-23AB1217F1E1}" type="presParOf" srcId="{F45ABE9A-1352-42FD-9400-B331FF1347C5}" destId="{C72BAB8F-DC91-4676-9C81-0DC508AB44FE}" srcOrd="1" destOrd="0" presId="urn:microsoft.com/office/officeart/2005/8/layout/process3"/>
    <dgm:cxn modelId="{6867AD0E-97B2-4D02-B9C4-5D11FABDC95B}" type="presParOf" srcId="{F45ABE9A-1352-42FD-9400-B331FF1347C5}" destId="{435828DC-E766-49FC-BBBD-0504E4521C4A}" srcOrd="2" destOrd="0" presId="urn:microsoft.com/office/officeart/2005/8/layout/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2E379AC-A4A5-4AFD-BED0-8E0F02984678}">
      <dsp:nvSpPr>
        <dsp:cNvPr id="0" name=""/>
        <dsp:cNvSpPr/>
      </dsp:nvSpPr>
      <dsp:spPr>
        <a:xfrm>
          <a:off x="0" y="1425416"/>
          <a:ext cx="8291513" cy="1900554"/>
        </a:xfrm>
        <a:prstGeom prst="stripedRightArrow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</dsp:sp>
    <dsp:sp modelId="{7BE3946A-3F39-46B9-A112-04DAAB07EC1C}">
      <dsp:nvSpPr>
        <dsp:cNvPr id="0" name=""/>
        <dsp:cNvSpPr/>
      </dsp:nvSpPr>
      <dsp:spPr>
        <a:xfrm>
          <a:off x="3279" y="0"/>
          <a:ext cx="1433808" cy="19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05-2014</a:t>
          </a:r>
          <a:br>
            <a:rPr lang="de-DE" sz="2000" kern="1200" dirty="0" smtClean="0"/>
          </a:br>
          <a:r>
            <a:rPr lang="de-DE" sz="2000" kern="1200" dirty="0" smtClean="0"/>
            <a:t>Ist-Analyse</a:t>
          </a:r>
          <a:endParaRPr lang="de-DE" sz="2000" kern="1200" dirty="0"/>
        </a:p>
      </dsp:txBody>
      <dsp:txXfrm>
        <a:off x="3279" y="0"/>
        <a:ext cx="1433808" cy="1900554"/>
      </dsp:txXfrm>
    </dsp:sp>
    <dsp:sp modelId="{25504613-D076-4C1B-B2AB-3CC046280F8E}">
      <dsp:nvSpPr>
        <dsp:cNvPr id="0" name=""/>
        <dsp:cNvSpPr/>
      </dsp:nvSpPr>
      <dsp:spPr>
        <a:xfrm>
          <a:off x="482614" y="2138124"/>
          <a:ext cx="475138" cy="4751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F5969E5-8780-41D1-ADDE-A483A1513EE5}">
      <dsp:nvSpPr>
        <dsp:cNvPr id="0" name=""/>
        <dsp:cNvSpPr/>
      </dsp:nvSpPr>
      <dsp:spPr>
        <a:xfrm>
          <a:off x="1508778" y="2850832"/>
          <a:ext cx="1433808" cy="19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smtClean="0"/>
            <a:t>06-2014</a:t>
          </a:r>
          <a:br>
            <a:rPr lang="de-DE" sz="2000" kern="1200" smtClean="0"/>
          </a:br>
          <a:r>
            <a:rPr lang="de-DE" sz="2000" kern="1200" smtClean="0"/>
            <a:t>Konzept</a:t>
          </a:r>
          <a:endParaRPr lang="de-DE" sz="2000" kern="1200"/>
        </a:p>
      </dsp:txBody>
      <dsp:txXfrm>
        <a:off x="1508778" y="2850832"/>
        <a:ext cx="1433808" cy="1900554"/>
      </dsp:txXfrm>
    </dsp:sp>
    <dsp:sp modelId="{473A3171-0C96-4ED7-ACD0-6D58378E9E0F}">
      <dsp:nvSpPr>
        <dsp:cNvPr id="0" name=""/>
        <dsp:cNvSpPr/>
      </dsp:nvSpPr>
      <dsp:spPr>
        <a:xfrm>
          <a:off x="1988112" y="2138124"/>
          <a:ext cx="475138" cy="4751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AF9DA6A-E3B8-4B1E-9D0B-C12BAFD38E42}">
      <dsp:nvSpPr>
        <dsp:cNvPr id="0" name=""/>
        <dsp:cNvSpPr/>
      </dsp:nvSpPr>
      <dsp:spPr>
        <a:xfrm>
          <a:off x="3014276" y="0"/>
          <a:ext cx="1433808" cy="19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smtClean="0"/>
            <a:t>09-2014</a:t>
          </a:r>
          <a:br>
            <a:rPr lang="de-DE" sz="2000" kern="1200" smtClean="0"/>
          </a:br>
          <a:r>
            <a:rPr lang="de-DE" sz="2000" kern="1200" smtClean="0"/>
            <a:t>Prototyp</a:t>
          </a:r>
          <a:endParaRPr lang="de-DE" sz="2000" kern="1200"/>
        </a:p>
      </dsp:txBody>
      <dsp:txXfrm>
        <a:off x="3014276" y="0"/>
        <a:ext cx="1433808" cy="1900554"/>
      </dsp:txXfrm>
    </dsp:sp>
    <dsp:sp modelId="{1544158D-5E4F-46DB-86EF-55C1F5FF62CF}">
      <dsp:nvSpPr>
        <dsp:cNvPr id="0" name=""/>
        <dsp:cNvSpPr/>
      </dsp:nvSpPr>
      <dsp:spPr>
        <a:xfrm>
          <a:off x="3493611" y="2138124"/>
          <a:ext cx="475138" cy="4751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373F3C-6918-45C1-81C6-A1AF6444EDF4}">
      <dsp:nvSpPr>
        <dsp:cNvPr id="0" name=""/>
        <dsp:cNvSpPr/>
      </dsp:nvSpPr>
      <dsp:spPr>
        <a:xfrm>
          <a:off x="4519775" y="2850832"/>
          <a:ext cx="1433808" cy="19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t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smtClean="0"/>
            <a:t>11-2014</a:t>
          </a:r>
          <a:br>
            <a:rPr lang="de-DE" sz="2000" kern="1200" smtClean="0"/>
          </a:br>
          <a:r>
            <a:rPr lang="de-DE" sz="2000" kern="1200" smtClean="0"/>
            <a:t>Feldtests</a:t>
          </a:r>
          <a:endParaRPr lang="de-DE" sz="2000" kern="1200"/>
        </a:p>
      </dsp:txBody>
      <dsp:txXfrm>
        <a:off x="4519775" y="2850832"/>
        <a:ext cx="1433808" cy="1900554"/>
      </dsp:txXfrm>
    </dsp:sp>
    <dsp:sp modelId="{1CC0A606-6B46-4AB7-A0A8-E1C33E5B0AF5}">
      <dsp:nvSpPr>
        <dsp:cNvPr id="0" name=""/>
        <dsp:cNvSpPr/>
      </dsp:nvSpPr>
      <dsp:spPr>
        <a:xfrm>
          <a:off x="4999110" y="2138124"/>
          <a:ext cx="475138" cy="4751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FE48574-B5E9-4CDA-918A-D5BF039336AA}">
      <dsp:nvSpPr>
        <dsp:cNvPr id="0" name=""/>
        <dsp:cNvSpPr/>
      </dsp:nvSpPr>
      <dsp:spPr>
        <a:xfrm>
          <a:off x="6025274" y="0"/>
          <a:ext cx="1433808" cy="19005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2240" tIns="142240" rIns="142240" bIns="142240" numCol="1" spcCol="1270" anchor="b" anchorCtr="0">
          <a:noAutofit/>
        </a:bodyPr>
        <a:lstStyle/>
        <a:p>
          <a:pPr lvl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000" kern="1200" dirty="0" smtClean="0"/>
            <a:t>12-2014</a:t>
          </a:r>
          <a:br>
            <a:rPr lang="de-DE" sz="2000" kern="1200" dirty="0" smtClean="0"/>
          </a:br>
          <a:r>
            <a:rPr lang="de-DE" sz="2000" kern="1200" dirty="0" smtClean="0"/>
            <a:t>Rollout</a:t>
          </a:r>
          <a:endParaRPr lang="de-DE" sz="2000" kern="1200" dirty="0"/>
        </a:p>
      </dsp:txBody>
      <dsp:txXfrm>
        <a:off x="6025274" y="0"/>
        <a:ext cx="1433808" cy="1900554"/>
      </dsp:txXfrm>
    </dsp:sp>
    <dsp:sp modelId="{64AEF5FA-C8BC-4763-8324-937568C87327}">
      <dsp:nvSpPr>
        <dsp:cNvPr id="0" name=""/>
        <dsp:cNvSpPr/>
      </dsp:nvSpPr>
      <dsp:spPr>
        <a:xfrm>
          <a:off x="6504608" y="2138124"/>
          <a:ext cx="475138" cy="4751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EA03E2-9314-4638-A5DF-D27EA4743F51}">
      <dsp:nvSpPr>
        <dsp:cNvPr id="0" name=""/>
        <dsp:cNvSpPr/>
      </dsp:nvSpPr>
      <dsp:spPr>
        <a:xfrm>
          <a:off x="4123" y="1338893"/>
          <a:ext cx="1875064" cy="10367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Phase 1</a:t>
          </a:r>
          <a:endParaRPr lang="de-DE" sz="2400" kern="1200" dirty="0"/>
        </a:p>
      </dsp:txBody>
      <dsp:txXfrm>
        <a:off x="4123" y="1338893"/>
        <a:ext cx="1875064" cy="691200"/>
      </dsp:txXfrm>
    </dsp:sp>
    <dsp:sp modelId="{FAE390D2-EA5F-4328-90FD-6A3118BD5E54}">
      <dsp:nvSpPr>
        <dsp:cNvPr id="0" name=""/>
        <dsp:cNvSpPr/>
      </dsp:nvSpPr>
      <dsp:spPr>
        <a:xfrm>
          <a:off x="388173" y="2030093"/>
          <a:ext cx="1875064" cy="1382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400" kern="1200" dirty="0" smtClean="0"/>
            <a:t>Detailtext</a:t>
          </a:r>
          <a:endParaRPr lang="de-DE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400" kern="1200" dirty="0" smtClean="0"/>
            <a:t>Detailtext</a:t>
          </a:r>
          <a:endParaRPr lang="de-DE" sz="2400" kern="1200" dirty="0"/>
        </a:p>
      </dsp:txBody>
      <dsp:txXfrm>
        <a:off x="428662" y="2070582"/>
        <a:ext cx="1794086" cy="1301422"/>
      </dsp:txXfrm>
    </dsp:sp>
    <dsp:sp modelId="{57A772D8-6DB7-40F2-8464-E125F65BB503}">
      <dsp:nvSpPr>
        <dsp:cNvPr id="0" name=""/>
        <dsp:cNvSpPr/>
      </dsp:nvSpPr>
      <dsp:spPr>
        <a:xfrm>
          <a:off x="2163440" y="1451075"/>
          <a:ext cx="602616" cy="4668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1900" kern="1200"/>
        </a:p>
      </dsp:txBody>
      <dsp:txXfrm>
        <a:off x="2163440" y="1544442"/>
        <a:ext cx="462565" cy="280102"/>
      </dsp:txXfrm>
    </dsp:sp>
    <dsp:sp modelId="{2584775D-F261-4A05-9AED-C15D0CB59C91}">
      <dsp:nvSpPr>
        <dsp:cNvPr id="0" name=""/>
        <dsp:cNvSpPr/>
      </dsp:nvSpPr>
      <dsp:spPr>
        <a:xfrm>
          <a:off x="3016199" y="1338893"/>
          <a:ext cx="1875064" cy="10367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Phase 2</a:t>
          </a:r>
          <a:endParaRPr lang="de-DE" sz="2400" kern="1200" dirty="0"/>
        </a:p>
      </dsp:txBody>
      <dsp:txXfrm>
        <a:off x="3016199" y="1338893"/>
        <a:ext cx="1875064" cy="691200"/>
      </dsp:txXfrm>
    </dsp:sp>
    <dsp:sp modelId="{8573C002-983E-4836-90B9-1CFC7FB83E2E}">
      <dsp:nvSpPr>
        <dsp:cNvPr id="0" name=""/>
        <dsp:cNvSpPr/>
      </dsp:nvSpPr>
      <dsp:spPr>
        <a:xfrm>
          <a:off x="3400249" y="2030093"/>
          <a:ext cx="1875064" cy="1382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400" kern="1200" dirty="0" smtClean="0"/>
            <a:t>Detailtext</a:t>
          </a:r>
          <a:endParaRPr lang="de-DE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400" kern="1200" dirty="0" smtClean="0"/>
            <a:t>Detailtext</a:t>
          </a:r>
          <a:endParaRPr lang="de-DE" sz="2400" kern="1200" dirty="0"/>
        </a:p>
      </dsp:txBody>
      <dsp:txXfrm>
        <a:off x="3440738" y="2070582"/>
        <a:ext cx="1794086" cy="1301422"/>
      </dsp:txXfrm>
    </dsp:sp>
    <dsp:sp modelId="{D177C9A4-BE0F-4B72-B3BD-FAAB8D1C1F3E}">
      <dsp:nvSpPr>
        <dsp:cNvPr id="0" name=""/>
        <dsp:cNvSpPr/>
      </dsp:nvSpPr>
      <dsp:spPr>
        <a:xfrm>
          <a:off x="5175516" y="1451075"/>
          <a:ext cx="602616" cy="466836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1900" kern="1200"/>
        </a:p>
      </dsp:txBody>
      <dsp:txXfrm>
        <a:off x="5175516" y="1544442"/>
        <a:ext cx="462565" cy="280102"/>
      </dsp:txXfrm>
    </dsp:sp>
    <dsp:sp modelId="{C72BAB8F-DC91-4676-9C81-0DC508AB44FE}">
      <dsp:nvSpPr>
        <dsp:cNvPr id="0" name=""/>
        <dsp:cNvSpPr/>
      </dsp:nvSpPr>
      <dsp:spPr>
        <a:xfrm>
          <a:off x="6028275" y="1338893"/>
          <a:ext cx="1875064" cy="103679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91440" numCol="1" spcCol="1270" anchor="t" anchorCtr="0">
          <a:noAutofit/>
        </a:bodyPr>
        <a:lstStyle/>
        <a:p>
          <a:pPr lvl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de-DE" sz="2400" kern="1200" dirty="0" smtClean="0"/>
            <a:t>Phase 3</a:t>
          </a:r>
          <a:endParaRPr lang="de-DE" sz="2400" kern="1200" dirty="0"/>
        </a:p>
      </dsp:txBody>
      <dsp:txXfrm>
        <a:off x="6028275" y="1338893"/>
        <a:ext cx="1875064" cy="691200"/>
      </dsp:txXfrm>
    </dsp:sp>
    <dsp:sp modelId="{435828DC-E766-49FC-BBBD-0504E4521C4A}">
      <dsp:nvSpPr>
        <dsp:cNvPr id="0" name=""/>
        <dsp:cNvSpPr/>
      </dsp:nvSpPr>
      <dsp:spPr>
        <a:xfrm>
          <a:off x="6412324" y="2030093"/>
          <a:ext cx="1875064" cy="138240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400" kern="1200" dirty="0" smtClean="0"/>
            <a:t>Detailtext</a:t>
          </a:r>
          <a:endParaRPr lang="de-DE" sz="2400" kern="1200" dirty="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de-DE" sz="2400" kern="1200" smtClean="0"/>
            <a:t>Detailtext</a:t>
          </a:r>
          <a:endParaRPr lang="de-DE" sz="2400" kern="1200" dirty="0"/>
        </a:p>
      </dsp:txBody>
      <dsp:txXfrm>
        <a:off x="6452813" y="2070582"/>
        <a:ext cx="1794086" cy="13014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3">
  <dgm:title val=""/>
  <dgm:desc val=""/>
  <dgm:catLst>
    <dgm:cat type="process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3" destOrd="0"/>
        <dgm:cxn modelId="12" srcId="1" destId="11" srcOrd="0" destOrd="0"/>
        <dgm:cxn modelId="23" srcId="2" destId="21" srcOrd="0" destOrd="0"/>
        <dgm:cxn modelId="34" srcId="3" destId="3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fact="0.3333"/>
      <dgm:constr type="w" for="des" forName="parTx"/>
      <dgm:constr type="h" for="des" forName="parTx" op="equ"/>
      <dgm:constr type="h" for="des" forName="parSh" op="equ"/>
      <dgm:constr type="w" for="des" forName="desTx"/>
      <dgm:constr type="h" for="des" forName="desTx" op="equ"/>
      <dgm:constr type="w" for="des" forName="parSh"/>
      <dgm:constr type="primFontSz" for="des" forName="parTx" val="65"/>
      <dgm:constr type="secFontSz" for="des" forName="desTx" refType="primFontSz" refFor="des" refForName="parTx" op="equ"/>
      <dgm:constr type="primFontSz" for="des" forName="connTx" refType="primFontSz" refFor="des" refForName="parTx" fact="0.8"/>
      <dgm:constr type="primFontSz" for="des" forName="connTx" refType="primFontSz" refFor="des" refForName="parTx" op="lte" fact="0.8"/>
      <dgm:constr type="h" for="des" forName="parTx" refType="primFontSz" refFor="des" refForName="parTx" fact="0.8"/>
      <dgm:constr type="h" for="des" forName="parSh" refType="primFontSz" refFor="des" refForName="parTx" fact="1.2"/>
      <dgm:constr type="h" for="des" forName="desTx" refType="primFontSz" refFor="des" refForName="parTx" fact="1.6"/>
      <dgm:constr type="h" for="des" forName="parSh" refType="h" refFor="des" refForName="parTx" op="lte" fact="1.5"/>
      <dgm:constr type="h" for="des" forName="parSh" refType="h" refFor="des" refForName="parTx" op="gte" fact="1.5"/>
    </dgm:constrLst>
    <dgm:ruleLst>
      <dgm:rule type="w" for="ch" forName="composite" val="0" fact="NaN" max="NaN"/>
      <dgm:rule type="primFontSz" for="des" forName="parTx" val="5" fact="NaN" max="NaN"/>
    </dgm:ruleLst>
    <dgm:forEach name="Name3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func="var" arg="dir" op="equ" val="norm">
            <dgm:constrLst>
              <dgm:constr type="h" refType="w" fact="1000"/>
              <dgm:constr type="l" for="ch" forName="parTx"/>
              <dgm:constr type="w" for="ch" forName="parTx" refType="w" fact="0.83"/>
              <dgm:constr type="t" for="ch" forName="parTx"/>
              <dgm:constr type="l" for="ch" forName="parSh"/>
              <dgm:constr type="w" for="ch" forName="parSh" refType="w" refFor="ch" refForName="parTx"/>
              <dgm:constr type="t" for="ch" forName="parSh"/>
              <dgm:constr type="l" for="ch" forName="desTx" refType="w" fact="0.17"/>
              <dgm:constr type="w" for="ch" forName="desTx" refType="w" refFor="ch" refForName="parTx"/>
              <dgm:constr type="t" for="ch" forName="desTx" refType="h" refFor="ch" refForName="parTx"/>
            </dgm:constrLst>
          </dgm:if>
          <dgm:else name="Name6">
            <dgm:constrLst>
              <dgm:constr type="h" refType="w" fact="1000"/>
              <dgm:constr type="l" for="ch" forName="parTx" refType="w" fact="0.17"/>
              <dgm:constr type="w" for="ch" forName="parTx" refType="w" fact="0.83"/>
              <dgm:constr type="t" for="ch" forName="parTx"/>
              <dgm:constr type="l" for="ch" forName="parSh" refType="w" fact="0.15"/>
              <dgm:constr type="w" for="ch" forName="parSh" refType="w" refFor="ch" refForName="parTx"/>
              <dgm:constr type="t" for="ch" forName="parSh"/>
              <dgm:constr type="l" for="ch" forName="desTx"/>
              <dgm:constr type="w" for="ch" forName="desTx" refType="w" refFor="ch" refForName="parTx"/>
              <dgm:constr type="t" for="ch" forName="desTx" refType="h" refFor="ch" refForName="parTx"/>
            </dgm:constrLst>
          </dgm:else>
        </dgm:choose>
        <dgm:ruleLst>
          <dgm:rule type="h" val="INF" fact="NaN" max="NaN"/>
        </dgm:ruleLst>
        <dgm:layoutNode name="parTx">
          <dgm:varLst>
            <dgm:chMax val="0"/>
            <dgm:chPref val="0"/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1" hideGeom="1">
            <dgm:adjLst>
              <dgm:adj idx="1" val="0.1"/>
            </dgm:adjLst>
          </dgm:shape>
          <dgm:presOf axis="self" ptType="node"/>
          <dgm:constrLst>
            <dgm:constr type="h" refType="w" op="lte" fact="0.4"/>
            <dgm:constr type="bMarg" refType="primFontSz" fact="0.3"/>
            <dgm:constr type="h"/>
          </dgm:constrLst>
          <dgm:ruleLst>
            <dgm:rule type="h" val="INF" fact="NaN" max="NaN"/>
          </dgm:ruleLst>
        </dgm:layoutNode>
        <dgm:layoutNode name="parSh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 ptType="node"/>
          <dgm:constrLst>
            <dgm:constr type="h"/>
          </dgm:constrLst>
          <dgm:ruleLst/>
        </dgm:layoutNode>
        <dgm:layoutNode name="desTx" styleLbl="fgAcc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oundRect" r:blip="">
            <dgm:adjLst>
              <dgm:adj idx="1" val="0.1"/>
            </dgm:adjLst>
          </dgm:shape>
          <dgm:presOf axis="des" ptType="node"/>
          <dgm:constrLst>
            <dgm:constr type="secFontSz" val="65"/>
            <dgm:constr type="primFontSz" refType="secFontSz"/>
            <dgm:constr type="h"/>
          </dgm:constrLst>
          <dgm:ruleLst>
            <dgm:rule type="h" val="INF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parTx"/>
            <dgm:param type="dstNode" val="parTx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449262" y="449263"/>
            <a:ext cx="6300000" cy="585946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6"/>
          <p:cNvSpPr/>
          <p:nvPr userDrawn="1"/>
        </p:nvSpPr>
        <p:spPr>
          <a:xfrm>
            <a:off x="6867012" y="4436725"/>
            <a:ext cx="1872000" cy="187200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55837" y="2130425"/>
            <a:ext cx="6032387" cy="1470025"/>
          </a:xfrm>
        </p:spPr>
        <p:txBody>
          <a:bodyPr/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55837" y="4221088"/>
            <a:ext cx="6032387" cy="14177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 smtClean="0"/>
              <a:t>Formatvorlage des Untertitelmasters durch Klicken bearbeiten</a:t>
            </a:r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17.02.2014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pic>
        <p:nvPicPr>
          <p:cNvPr id="1027" name="Picture 3"/>
          <p:cNvPicPr>
            <a:picLocks noChangeAspect="1" noChangeArrowheads="1"/>
          </p:cNvPicPr>
          <p:nvPr userDrawn="1"/>
        </p:nvPicPr>
        <p:blipFill>
          <a:blip r:embed="rId2" cstate="print">
            <a:clrChange>
              <a:clrFrom>
                <a:srgbClr val="A30000"/>
              </a:clrFrom>
              <a:clrTo>
                <a:srgbClr val="A3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5272" y="5805264"/>
            <a:ext cx="1655480" cy="313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hteck 8"/>
          <p:cNvSpPr/>
          <p:nvPr userDrawn="1"/>
        </p:nvSpPr>
        <p:spPr>
          <a:xfrm>
            <a:off x="6867012" y="449263"/>
            <a:ext cx="1872000" cy="1872000"/>
          </a:xfrm>
          <a:prstGeom prst="rect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  <p:sp>
        <p:nvSpPr>
          <p:cNvPr id="11" name="Rechteck 10"/>
          <p:cNvSpPr/>
          <p:nvPr userDrawn="1"/>
        </p:nvSpPr>
        <p:spPr>
          <a:xfrm>
            <a:off x="6867012" y="2442994"/>
            <a:ext cx="1872000" cy="1872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13486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17.02.2014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Rechteck 6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2182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/>
          <p:nvPr userDrawn="1"/>
        </p:nvSpPr>
        <p:spPr>
          <a:xfrm>
            <a:off x="449263" y="449263"/>
            <a:ext cx="7740000" cy="5859462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6"/>
          <p:cNvSpPr/>
          <p:nvPr userDrawn="1"/>
        </p:nvSpPr>
        <p:spPr>
          <a:xfrm>
            <a:off x="8308022" y="449262"/>
            <a:ext cx="430742" cy="1584000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17"/>
          <p:cNvSpPr/>
          <p:nvPr userDrawn="1"/>
        </p:nvSpPr>
        <p:spPr>
          <a:xfrm>
            <a:off x="8308016" y="2153334"/>
            <a:ext cx="430748" cy="4155391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234063" cy="1362075"/>
          </a:xfrm>
        </p:spPr>
        <p:txBody>
          <a:bodyPr anchor="ctr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234063" cy="1500187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17.02.2014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752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557338"/>
            <a:ext cx="4038600" cy="475138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701540" y="1557338"/>
            <a:ext cx="4038600" cy="475138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17.02.2014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Rechteck 7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2522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56848"/>
            <a:ext cx="4040188" cy="49944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32856"/>
            <a:ext cx="4040188" cy="4175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98365" y="1556848"/>
            <a:ext cx="4041775" cy="499447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98365" y="2132856"/>
            <a:ext cx="4041775" cy="417586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17.02.2014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Rechteck 9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5293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ctr">
            <a:normAutofit/>
          </a:bodyPr>
          <a:lstStyle>
            <a:lvl1pPr>
              <a:defRPr lang="de-DE" dirty="0"/>
            </a:lvl1pPr>
          </a:lstStyle>
          <a:p>
            <a:pPr lvl="0"/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17.02.2014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Rechteck 5"/>
          <p:cNvSpPr/>
          <p:nvPr userDrawn="1"/>
        </p:nvSpPr>
        <p:spPr>
          <a:xfrm>
            <a:off x="7653473" y="259398"/>
            <a:ext cx="1080000" cy="10800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9373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+ Kachel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17.02.2014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Rectangle 26"/>
          <p:cNvSpPr/>
          <p:nvPr userDrawn="1"/>
        </p:nvSpPr>
        <p:spPr>
          <a:xfrm>
            <a:off x="449263" y="2334242"/>
            <a:ext cx="1965782" cy="1892808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29"/>
          <p:cNvSpPr/>
          <p:nvPr userDrawn="1"/>
        </p:nvSpPr>
        <p:spPr>
          <a:xfrm>
            <a:off x="2568039" y="258763"/>
            <a:ext cx="1959874" cy="189201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30"/>
          <p:cNvSpPr/>
          <p:nvPr userDrawn="1"/>
        </p:nvSpPr>
        <p:spPr>
          <a:xfrm>
            <a:off x="6788702" y="4409249"/>
            <a:ext cx="1951756" cy="189280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Rectangle 31"/>
          <p:cNvSpPr/>
          <p:nvPr userDrawn="1"/>
        </p:nvSpPr>
        <p:spPr>
          <a:xfrm>
            <a:off x="6788702" y="258763"/>
            <a:ext cx="1951756" cy="1893280"/>
          </a:xfrm>
          <a:prstGeom prst="rect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21"/>
          <p:cNvSpPr>
            <a:spLocks noGrp="1"/>
          </p:cNvSpPr>
          <p:nvPr>
            <p:ph type="pic" sz="quarter" idx="14"/>
          </p:nvPr>
        </p:nvSpPr>
        <p:spPr>
          <a:xfrm>
            <a:off x="2568039" y="2334242"/>
            <a:ext cx="4086762" cy="397001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2" name="Picture Placeholder 21"/>
          <p:cNvSpPr>
            <a:spLocks noGrp="1"/>
          </p:cNvSpPr>
          <p:nvPr>
            <p:ph type="pic" sz="quarter" idx="16"/>
          </p:nvPr>
        </p:nvSpPr>
        <p:spPr>
          <a:xfrm>
            <a:off x="4680907" y="258764"/>
            <a:ext cx="1954800" cy="1893279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3" name="Picture Placeholder 21"/>
          <p:cNvSpPr>
            <a:spLocks noGrp="1"/>
          </p:cNvSpPr>
          <p:nvPr>
            <p:ph type="pic" sz="quarter" idx="17"/>
          </p:nvPr>
        </p:nvSpPr>
        <p:spPr>
          <a:xfrm>
            <a:off x="6799262" y="2334242"/>
            <a:ext cx="1941195" cy="1892808"/>
          </a:xfrm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1400"/>
            </a:lvl1pPr>
          </a:lstStyle>
          <a:p>
            <a:r>
              <a:rPr lang="de-DE" dirty="0" smtClean="0"/>
              <a:t>Bild durch Klicken auf Symbol hinzufügen</a:t>
            </a:r>
            <a:endParaRPr lang="en-US" dirty="0"/>
          </a:p>
        </p:txBody>
      </p:sp>
      <p:sp>
        <p:nvSpPr>
          <p:cNvPr id="14" name="Rectangle 37"/>
          <p:cNvSpPr/>
          <p:nvPr userDrawn="1"/>
        </p:nvSpPr>
        <p:spPr>
          <a:xfrm>
            <a:off x="449263" y="4409249"/>
            <a:ext cx="1965782" cy="189280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6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77321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9FDF2-94C1-4F4E-A6BD-2439C3E10EF4}" type="datetimeFigureOut">
              <a:rPr lang="de-DE" smtClean="0"/>
              <a:t>17.02.2014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259680-9435-48C4-B689-692EA0DE6FF1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0535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59398"/>
            <a:ext cx="7092000" cy="108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199" y="1557337"/>
            <a:ext cx="8291513" cy="4751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 smtClean="0"/>
              <a:t>Textmasterformat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6525344"/>
            <a:ext cx="2133600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9FDF2-94C1-4F4E-A6BD-2439C3E10EF4}" type="datetimeFigureOut">
              <a:rPr lang="de-DE" smtClean="0"/>
              <a:pPr/>
              <a:t>17.02.2014</a:t>
            </a:fld>
            <a:endParaRPr lang="de-DE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2924269" y="6525344"/>
            <a:ext cx="3295462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393320" y="6525344"/>
            <a:ext cx="730424" cy="2880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fld id="{34259680-9435-48C4-B689-692EA0DE6FF1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38276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5" r:id="rId8"/>
  </p:sldLayoutIdLst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spcBef>
          <a:spcPts val="1800"/>
        </a:spcBef>
        <a:buClr>
          <a:schemeClr val="accent2"/>
        </a:buClr>
        <a:buSzPct val="11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76000" indent="-288000" algn="l" defTabSz="914400" rtl="0" eaLnBrk="1" latinLnBrk="0" hangingPunct="1">
        <a:spcBef>
          <a:spcPts val="600"/>
        </a:spcBef>
        <a:buClr>
          <a:schemeClr val="accent1">
            <a:lumMod val="75000"/>
          </a:schemeClr>
        </a:buClr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830263" indent="-242888" algn="l" defTabSz="914400" rtl="0" eaLnBrk="1" latinLnBrk="0" hangingPunct="1">
        <a:spcBef>
          <a:spcPct val="20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smtClean="0"/>
              <a:t>Zeitsparende Bausteine </a:t>
            </a:r>
            <a:br>
              <a:rPr lang="de-DE" dirty="0" smtClean="0"/>
            </a:br>
            <a:r>
              <a:rPr lang="de-DE" dirty="0" smtClean="0"/>
              <a:t>für Projektpräsentationen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 smtClean="0"/>
              <a:t>Teil 2: </a:t>
            </a:r>
            <a:br>
              <a:rPr lang="de-DE" dirty="0" smtClean="0"/>
            </a:br>
            <a:r>
              <a:rPr lang="de-DE" dirty="0" smtClean="0"/>
              <a:t>Darstellungen für Termin- und Zeitplanung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15181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2879253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Den Projektablauf mit einem 2D- oder 3D-Zeitstrahl darstellen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Terminübersichten mit Platz für Detailinformationen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Alle Projektphasen auf einen Blick per Gantt-Darstellung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/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dirty="0" smtClean="0"/>
                        <a:t>Projektstart einmal anders mit einer Filmklappe</a:t>
                      </a:r>
                      <a:endParaRPr lang="de-DE" dirty="0"/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0751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50300747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Den Projektablauf mit einem 2D- oder 3D-Zeitstrahl darstellen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Terminübersichten mit Platz für Detailinformationen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Alle Projektphasen auf einen Blick per Gantt-Darstellung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Projektstart einmal anders mit einer Filmklappe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77700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Zeitplanung und Inhalte auf einen Blick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smtClean="0"/>
              <a:t>05-2014</a:t>
            </a:r>
            <a:br>
              <a:rPr lang="de-DE" dirty="0" smtClean="0"/>
            </a:br>
            <a:r>
              <a:rPr lang="de-DE" dirty="0" smtClean="0"/>
              <a:t>Ist-Analyse</a:t>
            </a:r>
          </a:p>
          <a:p>
            <a:r>
              <a:rPr lang="de-DE" dirty="0" smtClean="0"/>
              <a:t>06-2014</a:t>
            </a:r>
            <a:br>
              <a:rPr lang="de-DE" dirty="0" smtClean="0"/>
            </a:br>
            <a:r>
              <a:rPr lang="de-DE" dirty="0" smtClean="0"/>
              <a:t>Konzept</a:t>
            </a:r>
          </a:p>
          <a:p>
            <a:r>
              <a:rPr lang="de-DE" dirty="0" smtClean="0"/>
              <a:t>09-2014</a:t>
            </a:r>
            <a:br>
              <a:rPr lang="de-DE" dirty="0" smtClean="0"/>
            </a:br>
            <a:r>
              <a:rPr lang="de-DE" dirty="0" smtClean="0"/>
              <a:t>Prototyp</a:t>
            </a:r>
          </a:p>
          <a:p>
            <a:r>
              <a:rPr lang="de-DE" dirty="0" smtClean="0"/>
              <a:t>11-2014</a:t>
            </a:r>
            <a:br>
              <a:rPr lang="de-DE" dirty="0" smtClean="0"/>
            </a:br>
            <a:r>
              <a:rPr lang="de-DE" dirty="0" smtClean="0"/>
              <a:t>Feldtests</a:t>
            </a:r>
          </a:p>
          <a:p>
            <a:r>
              <a:rPr lang="de-DE" dirty="0" smtClean="0"/>
              <a:t>12-2014</a:t>
            </a:r>
            <a:br>
              <a:rPr lang="de-DE" dirty="0" smtClean="0"/>
            </a:br>
            <a:r>
              <a:rPr lang="de-DE" dirty="0" smtClean="0"/>
              <a:t>Rollout</a:t>
            </a:r>
            <a:br>
              <a:rPr lang="de-DE" dirty="0" smtClean="0"/>
            </a:br>
            <a:endParaRPr lang="de-DE" dirty="0"/>
          </a:p>
        </p:txBody>
      </p:sp>
      <p:pic>
        <p:nvPicPr>
          <p:cNvPr id="1026" name="Picture 2" descr="D:\Users\SCHIEC~1\AppData\Local\Temp\SNAGHTML454e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5856" y="1659825"/>
            <a:ext cx="4320480" cy="4649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09374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Zeitplanung und Inhalte auf einen Blick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76198870"/>
              </p:ext>
            </p:extLst>
          </p:nvPr>
        </p:nvGraphicFramePr>
        <p:xfrm>
          <a:off x="457199" y="1557337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072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2E379AC-A4A5-4AFD-BED0-8E0F0298467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A2E379AC-A4A5-4AFD-BED0-8E0F02984678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25504613-D076-4C1B-B2AB-3CC046280F8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>
                                            <p:graphicEl>
                                              <a:dgm id="{25504613-D076-4C1B-B2AB-3CC046280F8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BE3946A-3F39-46B9-A112-04DAAB07EC1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7BE3946A-3F39-46B9-A112-04DAAB07EC1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473A3171-0C96-4ED7-ACD0-6D58378E9E0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">
                                            <p:graphicEl>
                                              <a:dgm id="{473A3171-0C96-4ED7-ACD0-6D58378E9E0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F5969E5-8780-41D1-ADDE-A483A1513EE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1F5969E5-8780-41D1-ADDE-A483A1513EE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544158D-5E4F-46DB-86EF-55C1F5FF62C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4">
                                            <p:graphicEl>
                                              <a:dgm id="{1544158D-5E4F-46DB-86EF-55C1F5FF62C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AF9DA6A-E3B8-4B1E-9D0B-C12BAFD38E4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DAF9DA6A-E3B8-4B1E-9D0B-C12BAFD38E4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1CC0A606-6B46-4AB7-A0A8-E1C33E5B0AF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">
                                            <p:graphicEl>
                                              <a:dgm id="{1CC0A606-6B46-4AB7-A0A8-E1C33E5B0AF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94373F3C-6918-45C1-81C6-A1AF6444EDF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">
                                            <p:graphicEl>
                                              <a:dgm id="{94373F3C-6918-45C1-81C6-A1AF6444EDF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4AEF5FA-C8BC-4763-8324-937568C8732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4">
                                            <p:graphicEl>
                                              <a:dgm id="{64AEF5FA-C8BC-4763-8324-937568C8732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DFE48574-B5E9-4CDA-918A-D5BF039336AA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>
                                            <p:graphicEl>
                                              <a:dgm id="{DFE48574-B5E9-4CDA-918A-D5BF039336AA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Sub>
          <a:bldDgm bld="one"/>
        </p:bldSub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2D-Variante als Basis für die …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473380" y="3429000"/>
            <a:ext cx="7073596" cy="2160240"/>
          </a:xfrm>
          <a:prstGeom prst="rightArrow">
            <a:avLst>
              <a:gd name="adj1" fmla="val 58382"/>
              <a:gd name="adj2" fmla="val 54790"/>
            </a:avLst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755576" y="4256343"/>
            <a:ext cx="505554" cy="5055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2387258" y="4256343"/>
            <a:ext cx="505554" cy="5055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4018940" y="4256343"/>
            <a:ext cx="505554" cy="5055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5650622" y="4256343"/>
            <a:ext cx="505554" cy="505554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6249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… dreidimensionale Variante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364743" y="3429000"/>
            <a:ext cx="7535707" cy="2160240"/>
          </a:xfrm>
          <a:prstGeom prst="rightArrow">
            <a:avLst>
              <a:gd name="adj1" fmla="val 58382"/>
              <a:gd name="adj2" fmla="val 54790"/>
            </a:avLst>
          </a:prstGeom>
          <a:ln w="3175"/>
          <a:effectLst/>
          <a:scene3d>
            <a:camera prst="isometricOffAxis1Top"/>
            <a:lightRig rig="threePt" dir="t"/>
          </a:scene3d>
          <a:sp3d extrusionH="1905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1041694" y="4590597"/>
            <a:ext cx="505554" cy="505554"/>
          </a:xfrm>
          <a:prstGeom prst="ellipse">
            <a:avLst/>
          </a:prstGeom>
          <a:solidFill>
            <a:schemeClr val="accent1"/>
          </a:solidFill>
          <a:scene3d>
            <a:camera prst="isometricOffAxis1Top"/>
            <a:lightRig rig="threePt" dir="t"/>
          </a:scene3d>
          <a:sp3d extrusionH="889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2531080" y="4363606"/>
            <a:ext cx="505554" cy="505554"/>
          </a:xfrm>
          <a:prstGeom prst="ellipse">
            <a:avLst/>
          </a:prstGeom>
          <a:solidFill>
            <a:schemeClr val="accent1"/>
          </a:solidFill>
          <a:scene3d>
            <a:camera prst="isometricOffAxis1Top"/>
            <a:lightRig rig="threePt" dir="t"/>
          </a:scene3d>
          <a:sp3d extrusionH="889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3929936" y="4158133"/>
            <a:ext cx="505554" cy="505554"/>
          </a:xfrm>
          <a:prstGeom prst="ellipse">
            <a:avLst/>
          </a:prstGeom>
          <a:solidFill>
            <a:schemeClr val="accent1"/>
          </a:solidFill>
          <a:scene3d>
            <a:camera prst="isometricOffAxis1Top"/>
            <a:lightRig rig="threePt" dir="t"/>
          </a:scene3d>
          <a:sp3d extrusionH="889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5365003" y="3940195"/>
            <a:ext cx="505554" cy="505554"/>
          </a:xfrm>
          <a:prstGeom prst="ellipse">
            <a:avLst/>
          </a:prstGeom>
          <a:solidFill>
            <a:schemeClr val="accent1"/>
          </a:solidFill>
          <a:scene3d>
            <a:camera prst="isometricOffAxis1Top"/>
            <a:lightRig rig="threePt" dir="t"/>
          </a:scene3d>
          <a:sp3d extrusionH="889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/>
          <p:cNvGrpSpPr/>
          <p:nvPr/>
        </p:nvGrpSpPr>
        <p:grpSpPr>
          <a:xfrm>
            <a:off x="717130" y="2187590"/>
            <a:ext cx="1170962" cy="2609787"/>
            <a:chOff x="717130" y="2187590"/>
            <a:chExt cx="1170962" cy="2609787"/>
          </a:xfrm>
        </p:grpSpPr>
        <p:cxnSp>
          <p:nvCxnSpPr>
            <p:cNvPr id="11" name="Gerade Verbindung 10"/>
            <p:cNvCxnSpPr/>
            <p:nvPr/>
          </p:nvCxnSpPr>
          <p:spPr>
            <a:xfrm flipV="1">
              <a:off x="1294471" y="2726294"/>
              <a:ext cx="0" cy="2071083"/>
            </a:xfrm>
            <a:prstGeom prst="line">
              <a:avLst/>
            </a:prstGeom>
            <a:ln w="57150" cap="rnd">
              <a:solidFill>
                <a:schemeClr val="accent1">
                  <a:shade val="95000"/>
                  <a:satMod val="105000"/>
                </a:schemeClr>
              </a:solidFill>
              <a:prstDash val="sysDot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/>
            <p:cNvSpPr txBox="1"/>
            <p:nvPr/>
          </p:nvSpPr>
          <p:spPr>
            <a:xfrm>
              <a:off x="717130" y="2187590"/>
              <a:ext cx="1170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 smtClean="0">
                  <a:solidFill>
                    <a:schemeClr val="accent1">
                      <a:lumMod val="75000"/>
                    </a:schemeClr>
                  </a:solidFill>
                </a:rPr>
                <a:t>Prototyp 1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" name="Gruppieren 2"/>
          <p:cNvGrpSpPr/>
          <p:nvPr/>
        </p:nvGrpSpPr>
        <p:grpSpPr>
          <a:xfrm>
            <a:off x="2212853" y="2187590"/>
            <a:ext cx="1170963" cy="2382380"/>
            <a:chOff x="2212853" y="2187590"/>
            <a:chExt cx="1170963" cy="2382380"/>
          </a:xfrm>
        </p:grpSpPr>
        <p:cxnSp>
          <p:nvCxnSpPr>
            <p:cNvPr id="12" name="Gerade Verbindung 11"/>
            <p:cNvCxnSpPr/>
            <p:nvPr/>
          </p:nvCxnSpPr>
          <p:spPr>
            <a:xfrm flipV="1">
              <a:off x="2779355" y="2653870"/>
              <a:ext cx="0" cy="1916100"/>
            </a:xfrm>
            <a:prstGeom prst="line">
              <a:avLst/>
            </a:prstGeom>
            <a:ln w="57150" cap="rnd">
              <a:solidFill>
                <a:schemeClr val="accent1">
                  <a:shade val="95000"/>
                  <a:satMod val="105000"/>
                </a:schemeClr>
              </a:solidFill>
              <a:prstDash val="sysDot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/>
            <p:cNvSpPr txBox="1"/>
            <p:nvPr/>
          </p:nvSpPr>
          <p:spPr>
            <a:xfrm>
              <a:off x="2212853" y="2187590"/>
              <a:ext cx="11709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Prototyp </a:t>
              </a:r>
              <a:r>
                <a:rPr lang="de-DE" dirty="0" smtClean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0" name="Gruppieren 9"/>
          <p:cNvGrpSpPr/>
          <p:nvPr/>
        </p:nvGrpSpPr>
        <p:grpSpPr>
          <a:xfrm>
            <a:off x="3719819" y="2187590"/>
            <a:ext cx="931217" cy="2175409"/>
            <a:chOff x="3719819" y="2187590"/>
            <a:chExt cx="931217" cy="2175409"/>
          </a:xfrm>
        </p:grpSpPr>
        <p:cxnSp>
          <p:nvCxnSpPr>
            <p:cNvPr id="13" name="Gerade Verbindung 12"/>
            <p:cNvCxnSpPr/>
            <p:nvPr/>
          </p:nvCxnSpPr>
          <p:spPr>
            <a:xfrm flipV="1">
              <a:off x="4179196" y="2681029"/>
              <a:ext cx="0" cy="1681970"/>
            </a:xfrm>
            <a:prstGeom prst="line">
              <a:avLst/>
            </a:prstGeom>
            <a:ln w="57150" cap="rnd">
              <a:solidFill>
                <a:schemeClr val="accent1">
                  <a:shade val="95000"/>
                  <a:satMod val="105000"/>
                </a:schemeClr>
              </a:solidFill>
              <a:prstDash val="sysDot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/>
            <p:cNvSpPr txBox="1"/>
            <p:nvPr/>
          </p:nvSpPr>
          <p:spPr>
            <a:xfrm>
              <a:off x="3719819" y="2187590"/>
              <a:ext cx="931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 smtClean="0">
                  <a:solidFill>
                    <a:schemeClr val="accent1">
                      <a:lumMod val="75000"/>
                    </a:schemeClr>
                  </a:solidFill>
                </a:rPr>
                <a:t>Feldtest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5" name="Gruppieren 14"/>
          <p:cNvGrpSpPr/>
          <p:nvPr/>
        </p:nvGrpSpPr>
        <p:grpSpPr>
          <a:xfrm>
            <a:off x="4946103" y="2187590"/>
            <a:ext cx="1361463" cy="1959385"/>
            <a:chOff x="4946103" y="2187590"/>
            <a:chExt cx="1361463" cy="1959385"/>
          </a:xfrm>
        </p:grpSpPr>
        <p:cxnSp>
          <p:nvCxnSpPr>
            <p:cNvPr id="14" name="Gerade Verbindung 13"/>
            <p:cNvCxnSpPr/>
            <p:nvPr/>
          </p:nvCxnSpPr>
          <p:spPr>
            <a:xfrm flipV="1">
              <a:off x="5617780" y="2644817"/>
              <a:ext cx="0" cy="1502158"/>
            </a:xfrm>
            <a:prstGeom prst="line">
              <a:avLst/>
            </a:prstGeom>
            <a:ln w="57150" cap="rnd">
              <a:solidFill>
                <a:schemeClr val="accent1">
                  <a:shade val="95000"/>
                  <a:satMod val="105000"/>
                </a:schemeClr>
              </a:solidFill>
              <a:prstDash val="sysDot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/>
            <p:cNvSpPr txBox="1"/>
            <p:nvPr/>
          </p:nvSpPr>
          <p:spPr>
            <a:xfrm>
              <a:off x="4946103" y="2187590"/>
              <a:ext cx="1361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 smtClean="0">
                  <a:solidFill>
                    <a:schemeClr val="accent1">
                      <a:lumMod val="75000"/>
                    </a:schemeClr>
                  </a:solidFill>
                </a:rPr>
                <a:t>Auslieferung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5073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3D-Zeitstrahl mit Animation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364743" y="3429000"/>
            <a:ext cx="7535707" cy="2160240"/>
          </a:xfrm>
          <a:prstGeom prst="rightArrow">
            <a:avLst>
              <a:gd name="adj1" fmla="val 58382"/>
              <a:gd name="adj2" fmla="val 54790"/>
            </a:avLst>
          </a:prstGeom>
          <a:ln w="3175"/>
          <a:effectLst/>
          <a:scene3d>
            <a:camera prst="isometricOffAxis1Top"/>
            <a:lightRig rig="threePt" dir="t"/>
          </a:scene3d>
          <a:sp3d extrusionH="1905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Ellipse 5"/>
          <p:cNvSpPr/>
          <p:nvPr/>
        </p:nvSpPr>
        <p:spPr>
          <a:xfrm>
            <a:off x="1041694" y="4590597"/>
            <a:ext cx="505554" cy="505554"/>
          </a:xfrm>
          <a:prstGeom prst="ellipse">
            <a:avLst/>
          </a:prstGeom>
          <a:solidFill>
            <a:schemeClr val="accent1"/>
          </a:solidFill>
          <a:scene3d>
            <a:camera prst="isometricOffAxis1Top"/>
            <a:lightRig rig="threePt" dir="t"/>
          </a:scene3d>
          <a:sp3d extrusionH="889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Ellipse 6"/>
          <p:cNvSpPr/>
          <p:nvPr/>
        </p:nvSpPr>
        <p:spPr>
          <a:xfrm>
            <a:off x="2531080" y="4363606"/>
            <a:ext cx="505554" cy="505554"/>
          </a:xfrm>
          <a:prstGeom prst="ellipse">
            <a:avLst/>
          </a:prstGeom>
          <a:solidFill>
            <a:schemeClr val="accent1"/>
          </a:solidFill>
          <a:scene3d>
            <a:camera prst="isometricOffAxis1Top"/>
            <a:lightRig rig="threePt" dir="t"/>
          </a:scene3d>
          <a:sp3d extrusionH="889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3929936" y="4158133"/>
            <a:ext cx="505554" cy="505554"/>
          </a:xfrm>
          <a:prstGeom prst="ellipse">
            <a:avLst/>
          </a:prstGeom>
          <a:solidFill>
            <a:schemeClr val="accent1"/>
          </a:solidFill>
          <a:scene3d>
            <a:camera prst="isometricOffAxis1Top"/>
            <a:lightRig rig="threePt" dir="t"/>
          </a:scene3d>
          <a:sp3d extrusionH="889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/>
          <p:cNvSpPr/>
          <p:nvPr/>
        </p:nvSpPr>
        <p:spPr>
          <a:xfrm>
            <a:off x="5365003" y="3940195"/>
            <a:ext cx="505554" cy="505554"/>
          </a:xfrm>
          <a:prstGeom prst="ellipse">
            <a:avLst/>
          </a:prstGeom>
          <a:solidFill>
            <a:schemeClr val="accent1"/>
          </a:solidFill>
          <a:scene3d>
            <a:camera prst="isometricOffAxis1Top"/>
            <a:lightRig rig="threePt" dir="t"/>
          </a:scene3d>
          <a:sp3d extrusionH="889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/>
          <p:cNvGrpSpPr/>
          <p:nvPr/>
        </p:nvGrpSpPr>
        <p:grpSpPr>
          <a:xfrm>
            <a:off x="717130" y="2187590"/>
            <a:ext cx="1170962" cy="2609787"/>
            <a:chOff x="717130" y="2187590"/>
            <a:chExt cx="1170962" cy="2609787"/>
          </a:xfrm>
        </p:grpSpPr>
        <p:cxnSp>
          <p:nvCxnSpPr>
            <p:cNvPr id="11" name="Gerade Verbindung 10"/>
            <p:cNvCxnSpPr/>
            <p:nvPr/>
          </p:nvCxnSpPr>
          <p:spPr>
            <a:xfrm flipV="1">
              <a:off x="1294471" y="2726294"/>
              <a:ext cx="0" cy="2071083"/>
            </a:xfrm>
            <a:prstGeom prst="line">
              <a:avLst/>
            </a:prstGeom>
            <a:ln w="57150" cap="rnd">
              <a:solidFill>
                <a:schemeClr val="accent1">
                  <a:shade val="95000"/>
                  <a:satMod val="105000"/>
                </a:schemeClr>
              </a:solidFill>
              <a:prstDash val="sysDot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feld 17"/>
            <p:cNvSpPr txBox="1"/>
            <p:nvPr/>
          </p:nvSpPr>
          <p:spPr>
            <a:xfrm>
              <a:off x="717130" y="2187590"/>
              <a:ext cx="11709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 smtClean="0">
                  <a:solidFill>
                    <a:schemeClr val="accent1">
                      <a:lumMod val="75000"/>
                    </a:schemeClr>
                  </a:solidFill>
                </a:rPr>
                <a:t>Prototyp 1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3" name="Gruppieren 2"/>
          <p:cNvGrpSpPr/>
          <p:nvPr/>
        </p:nvGrpSpPr>
        <p:grpSpPr>
          <a:xfrm>
            <a:off x="2212853" y="2187590"/>
            <a:ext cx="1170963" cy="2382380"/>
            <a:chOff x="2212853" y="2187590"/>
            <a:chExt cx="1170963" cy="2382380"/>
          </a:xfrm>
        </p:grpSpPr>
        <p:cxnSp>
          <p:nvCxnSpPr>
            <p:cNvPr id="12" name="Gerade Verbindung 11"/>
            <p:cNvCxnSpPr/>
            <p:nvPr/>
          </p:nvCxnSpPr>
          <p:spPr>
            <a:xfrm flipV="1">
              <a:off x="2779355" y="2653870"/>
              <a:ext cx="0" cy="1916100"/>
            </a:xfrm>
            <a:prstGeom prst="line">
              <a:avLst/>
            </a:prstGeom>
            <a:ln w="57150" cap="rnd">
              <a:solidFill>
                <a:schemeClr val="accent1">
                  <a:shade val="95000"/>
                  <a:satMod val="105000"/>
                </a:schemeClr>
              </a:solidFill>
              <a:prstDash val="sysDot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Textfeld 18"/>
            <p:cNvSpPr txBox="1"/>
            <p:nvPr/>
          </p:nvSpPr>
          <p:spPr>
            <a:xfrm>
              <a:off x="2212853" y="2187590"/>
              <a:ext cx="11709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>
                  <a:solidFill>
                    <a:schemeClr val="accent1">
                      <a:lumMod val="75000"/>
                    </a:schemeClr>
                  </a:solidFill>
                </a:rPr>
                <a:t>Prototyp </a:t>
              </a:r>
              <a:r>
                <a:rPr lang="de-DE" dirty="0" smtClean="0">
                  <a:solidFill>
                    <a:schemeClr val="accent1">
                      <a:lumMod val="75000"/>
                    </a:schemeClr>
                  </a:solidFill>
                </a:rPr>
                <a:t>2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0" name="Gruppieren 9"/>
          <p:cNvGrpSpPr/>
          <p:nvPr/>
        </p:nvGrpSpPr>
        <p:grpSpPr>
          <a:xfrm>
            <a:off x="3719819" y="2187590"/>
            <a:ext cx="931217" cy="2175409"/>
            <a:chOff x="3719819" y="2187590"/>
            <a:chExt cx="931217" cy="2175409"/>
          </a:xfrm>
        </p:grpSpPr>
        <p:cxnSp>
          <p:nvCxnSpPr>
            <p:cNvPr id="13" name="Gerade Verbindung 12"/>
            <p:cNvCxnSpPr/>
            <p:nvPr/>
          </p:nvCxnSpPr>
          <p:spPr>
            <a:xfrm flipV="1">
              <a:off x="4179196" y="2681029"/>
              <a:ext cx="0" cy="1681970"/>
            </a:xfrm>
            <a:prstGeom prst="line">
              <a:avLst/>
            </a:prstGeom>
            <a:ln w="57150" cap="rnd">
              <a:solidFill>
                <a:schemeClr val="accent1">
                  <a:shade val="95000"/>
                  <a:satMod val="105000"/>
                </a:schemeClr>
              </a:solidFill>
              <a:prstDash val="sysDot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feld 19"/>
            <p:cNvSpPr txBox="1"/>
            <p:nvPr/>
          </p:nvSpPr>
          <p:spPr>
            <a:xfrm>
              <a:off x="3719819" y="2187590"/>
              <a:ext cx="93121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 smtClean="0">
                  <a:solidFill>
                    <a:schemeClr val="accent1">
                      <a:lumMod val="75000"/>
                    </a:schemeClr>
                  </a:solidFill>
                </a:rPr>
                <a:t>Feldtest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5" name="Gruppieren 14"/>
          <p:cNvGrpSpPr/>
          <p:nvPr/>
        </p:nvGrpSpPr>
        <p:grpSpPr>
          <a:xfrm>
            <a:off x="4946103" y="2187590"/>
            <a:ext cx="1361463" cy="1959385"/>
            <a:chOff x="4946103" y="2187590"/>
            <a:chExt cx="1361463" cy="1959385"/>
          </a:xfrm>
        </p:grpSpPr>
        <p:cxnSp>
          <p:nvCxnSpPr>
            <p:cNvPr id="14" name="Gerade Verbindung 13"/>
            <p:cNvCxnSpPr/>
            <p:nvPr/>
          </p:nvCxnSpPr>
          <p:spPr>
            <a:xfrm flipV="1">
              <a:off x="5617780" y="2644817"/>
              <a:ext cx="0" cy="1502158"/>
            </a:xfrm>
            <a:prstGeom prst="line">
              <a:avLst/>
            </a:prstGeom>
            <a:ln w="57150" cap="rnd">
              <a:solidFill>
                <a:schemeClr val="accent1">
                  <a:shade val="95000"/>
                  <a:satMod val="105000"/>
                </a:schemeClr>
              </a:solidFill>
              <a:prstDash val="sysDot"/>
              <a:tailEnd type="none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feld 20"/>
            <p:cNvSpPr txBox="1"/>
            <p:nvPr/>
          </p:nvSpPr>
          <p:spPr>
            <a:xfrm>
              <a:off x="4946103" y="2187590"/>
              <a:ext cx="13614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 smtClean="0">
                  <a:solidFill>
                    <a:schemeClr val="accent1">
                      <a:lumMod val="75000"/>
                    </a:schemeClr>
                  </a:solidFill>
                </a:rPr>
                <a:t>Auslieferung</a:t>
              </a:r>
              <a:endParaRPr lang="de-DE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11742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7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Mit 3D-Drehung und 3D-Format zum Ziel</a:t>
            </a:r>
            <a:endParaRPr lang="de-DE" dirty="0"/>
          </a:p>
        </p:txBody>
      </p:sp>
      <p:sp>
        <p:nvSpPr>
          <p:cNvPr id="5" name="Pfeil nach rechts 4"/>
          <p:cNvSpPr/>
          <p:nvPr/>
        </p:nvSpPr>
        <p:spPr>
          <a:xfrm>
            <a:off x="1084823" y="4905934"/>
            <a:ext cx="5647418" cy="1618930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extrusionH="190500"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feil nach rechts 5"/>
          <p:cNvSpPr/>
          <p:nvPr/>
        </p:nvSpPr>
        <p:spPr>
          <a:xfrm>
            <a:off x="1084823" y="3645024"/>
            <a:ext cx="5647418" cy="1618930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Pfeil nach rechts 6"/>
          <p:cNvSpPr/>
          <p:nvPr/>
        </p:nvSpPr>
        <p:spPr>
          <a:xfrm>
            <a:off x="1084823" y="1775255"/>
            <a:ext cx="5647418" cy="1618930"/>
          </a:xfrm>
          <a:prstGeom prst="rightArrow">
            <a:avLst>
              <a:gd name="adj1" fmla="val 58382"/>
              <a:gd name="adj2" fmla="val 54790"/>
            </a:avLst>
          </a:prstGeom>
          <a:effectLst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2416073"/>
            <a:ext cx="333375" cy="333375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3910384"/>
            <a:ext cx="333375" cy="333375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2280" y="5183857"/>
            <a:ext cx="333375" cy="33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47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feil nach rechts 9"/>
          <p:cNvSpPr/>
          <p:nvPr/>
        </p:nvSpPr>
        <p:spPr>
          <a:xfrm>
            <a:off x="5138538" y="4090423"/>
            <a:ext cx="2304257" cy="2528517"/>
          </a:xfrm>
          <a:prstGeom prst="rightArrow">
            <a:avLst/>
          </a:pr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3711509" y="4995304"/>
            <a:ext cx="1584000" cy="1260000"/>
          </a:xfrm>
          <a:prstGeom prst="rect">
            <a:avLst/>
          </a:pr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2243621" y="5217305"/>
            <a:ext cx="1584000" cy="1260000"/>
          </a:xfrm>
          <a:prstGeom prst="rect">
            <a:avLst/>
          </a:pr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Segmentiert: Von 2D zu 3D</a:t>
            </a:r>
            <a:endParaRPr lang="de-DE" dirty="0"/>
          </a:p>
        </p:txBody>
      </p:sp>
      <p:sp>
        <p:nvSpPr>
          <p:cNvPr id="3" name="Rechteck 2"/>
          <p:cNvSpPr/>
          <p:nvPr/>
        </p:nvSpPr>
        <p:spPr>
          <a:xfrm>
            <a:off x="569914" y="2254821"/>
            <a:ext cx="1584000" cy="12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/>
          <p:cNvSpPr/>
          <p:nvPr/>
        </p:nvSpPr>
        <p:spPr>
          <a:xfrm>
            <a:off x="2244932" y="2254821"/>
            <a:ext cx="1584000" cy="12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19950" y="2254821"/>
            <a:ext cx="1584000" cy="1260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Pfeil nach rechts 5"/>
          <p:cNvSpPr/>
          <p:nvPr/>
        </p:nvSpPr>
        <p:spPr>
          <a:xfrm>
            <a:off x="5594969" y="1620563"/>
            <a:ext cx="2304257" cy="2528517"/>
          </a:xfrm>
          <a:prstGeom prst="rightArrow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775150" y="5440604"/>
            <a:ext cx="1584000" cy="1260000"/>
          </a:xfrm>
          <a:prstGeom prst="rect">
            <a:avLst/>
          </a:pr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Gleichschenkliges Dreieck 10"/>
          <p:cNvSpPr/>
          <p:nvPr/>
        </p:nvSpPr>
        <p:spPr>
          <a:xfrm rot="10800000">
            <a:off x="3576984" y="4221120"/>
            <a:ext cx="720000" cy="288000"/>
          </a:xfrm>
          <a:prstGeom prst="triangl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68022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feil nach rechts 18"/>
          <p:cNvSpPr/>
          <p:nvPr/>
        </p:nvSpPr>
        <p:spPr>
          <a:xfrm>
            <a:off x="466982" y="1329499"/>
            <a:ext cx="7488000" cy="2114015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Segmentierter Zeitstrahl im 3D-Look</a:t>
            </a:r>
            <a:endParaRPr lang="de-DE" dirty="0"/>
          </a:p>
        </p:txBody>
      </p:sp>
      <p:sp>
        <p:nvSpPr>
          <p:cNvPr id="18" name="Freihandform 17"/>
          <p:cNvSpPr/>
          <p:nvPr/>
        </p:nvSpPr>
        <p:spPr>
          <a:xfrm>
            <a:off x="5154997" y="3917248"/>
            <a:ext cx="2511483" cy="2160240"/>
          </a:xfrm>
          <a:custGeom>
            <a:avLst/>
            <a:gdLst>
              <a:gd name="connsiteX0" fmla="*/ 1327888 w 2511483"/>
              <a:gd name="connsiteY0" fmla="*/ 0 h 2160240"/>
              <a:gd name="connsiteX1" fmla="*/ 2511483 w 2511483"/>
              <a:gd name="connsiteY1" fmla="*/ 1080120 h 2160240"/>
              <a:gd name="connsiteX2" fmla="*/ 1327888 w 2511483"/>
              <a:gd name="connsiteY2" fmla="*/ 2160240 h 2160240"/>
              <a:gd name="connsiteX3" fmla="*/ 1327888 w 2511483"/>
              <a:gd name="connsiteY3" fmla="*/ 1710716 h 2160240"/>
              <a:gd name="connsiteX4" fmla="*/ 0 w 2511483"/>
              <a:gd name="connsiteY4" fmla="*/ 1710716 h 2160240"/>
              <a:gd name="connsiteX5" fmla="*/ 0 w 2511483"/>
              <a:gd name="connsiteY5" fmla="*/ 449524 h 2160240"/>
              <a:gd name="connsiteX6" fmla="*/ 1327888 w 2511483"/>
              <a:gd name="connsiteY6" fmla="*/ 449524 h 2160240"/>
              <a:gd name="connsiteX7" fmla="*/ 1327888 w 2511483"/>
              <a:gd name="connsiteY7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1483" h="2160240">
                <a:moveTo>
                  <a:pt x="1327888" y="0"/>
                </a:moveTo>
                <a:lnTo>
                  <a:pt x="2511483" y="1080120"/>
                </a:lnTo>
                <a:lnTo>
                  <a:pt x="1327888" y="2160240"/>
                </a:lnTo>
                <a:lnTo>
                  <a:pt x="1327888" y="1710716"/>
                </a:lnTo>
                <a:lnTo>
                  <a:pt x="0" y="1710716"/>
                </a:lnTo>
                <a:lnTo>
                  <a:pt x="0" y="449524"/>
                </a:lnTo>
                <a:lnTo>
                  <a:pt x="1327888" y="449524"/>
                </a:lnTo>
                <a:lnTo>
                  <a:pt x="132788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scene3d>
            <a:camera prst="isometricOffAxis1Top"/>
            <a:lightRig rig="balanced" dir="t"/>
          </a:scene3d>
          <a:sp3d extrusionH="127000" contourW="6350" prstMaterial="matte">
            <a:bevelT w="38100" h="0"/>
            <a:bevelB w="0" h="0"/>
            <a:extrusionClr>
              <a:schemeClr val="accent5"/>
            </a:extrusionClr>
            <a:contourClr>
              <a:schemeClr val="accent5">
                <a:lumMod val="75000"/>
              </a:schemeClr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 11"/>
          <p:cNvSpPr/>
          <p:nvPr/>
        </p:nvSpPr>
        <p:spPr>
          <a:xfrm>
            <a:off x="3689554" y="4652119"/>
            <a:ext cx="1663056" cy="1261192"/>
          </a:xfrm>
          <a:custGeom>
            <a:avLst/>
            <a:gdLst>
              <a:gd name="connsiteX0" fmla="*/ 0 w 1663056"/>
              <a:gd name="connsiteY0" fmla="*/ 0 h 1261192"/>
              <a:gd name="connsiteX1" fmla="*/ 1663056 w 1663056"/>
              <a:gd name="connsiteY1" fmla="*/ 0 h 1261192"/>
              <a:gd name="connsiteX2" fmla="*/ 1663056 w 1663056"/>
              <a:gd name="connsiteY2" fmla="*/ 1261192 h 1261192"/>
              <a:gd name="connsiteX3" fmla="*/ 0 w 1663056"/>
              <a:gd name="connsiteY3" fmla="*/ 1261192 h 1261192"/>
              <a:gd name="connsiteX4" fmla="*/ 0 w 1663056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6" h="1261192">
                <a:moveTo>
                  <a:pt x="0" y="0"/>
                </a:moveTo>
                <a:lnTo>
                  <a:pt x="1663056" y="0"/>
                </a:lnTo>
                <a:lnTo>
                  <a:pt x="1663056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scene3d>
            <a:camera prst="isometricOffAxis1Top"/>
            <a:lightRig rig="balanced" dir="t"/>
          </a:scene3d>
          <a:sp3d extrusionH="127000" contourW="6350" prstMaterial="matte">
            <a:bevelT w="38100" h="0"/>
            <a:bevelB w="0" h="0"/>
            <a:extrusionClr>
              <a:schemeClr val="accent6">
                <a:lumMod val="75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reihandform 12"/>
          <p:cNvSpPr/>
          <p:nvPr/>
        </p:nvSpPr>
        <p:spPr>
          <a:xfrm>
            <a:off x="2198664" y="4878691"/>
            <a:ext cx="1663055" cy="1261192"/>
          </a:xfrm>
          <a:custGeom>
            <a:avLst/>
            <a:gdLst>
              <a:gd name="connsiteX0" fmla="*/ 0 w 1663055"/>
              <a:gd name="connsiteY0" fmla="*/ 0 h 1261192"/>
              <a:gd name="connsiteX1" fmla="*/ 1663055 w 1663055"/>
              <a:gd name="connsiteY1" fmla="*/ 0 h 1261192"/>
              <a:gd name="connsiteX2" fmla="*/ 1663055 w 1663055"/>
              <a:gd name="connsiteY2" fmla="*/ 1261192 h 1261192"/>
              <a:gd name="connsiteX3" fmla="*/ 0 w 1663055"/>
              <a:gd name="connsiteY3" fmla="*/ 1261192 h 1261192"/>
              <a:gd name="connsiteX4" fmla="*/ 0 w 1663055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5" h="1261192">
                <a:moveTo>
                  <a:pt x="0" y="0"/>
                </a:moveTo>
                <a:lnTo>
                  <a:pt x="1663055" y="0"/>
                </a:lnTo>
                <a:lnTo>
                  <a:pt x="1663055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scene3d>
            <a:camera prst="isometricOffAxis1Top"/>
            <a:lightRig rig="balanced" dir="t"/>
          </a:scene3d>
          <a:sp3d extrusionH="127000" contourW="6350" prstMaterial="matte">
            <a:bevelT w="38100" h="0"/>
            <a:bevelB w="0" h="0"/>
            <a:extrusionClr>
              <a:schemeClr val="accent2"/>
            </a:extrusionClr>
            <a:contourClr>
              <a:schemeClr val="accent2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/>
          <p:cNvSpPr/>
          <p:nvPr/>
        </p:nvSpPr>
        <p:spPr>
          <a:xfrm>
            <a:off x="768966" y="5098825"/>
            <a:ext cx="1590113" cy="1261192"/>
          </a:xfrm>
          <a:custGeom>
            <a:avLst/>
            <a:gdLst>
              <a:gd name="connsiteX0" fmla="*/ 0 w 1590113"/>
              <a:gd name="connsiteY0" fmla="*/ 0 h 1261192"/>
              <a:gd name="connsiteX1" fmla="*/ 1590113 w 1590113"/>
              <a:gd name="connsiteY1" fmla="*/ 0 h 1261192"/>
              <a:gd name="connsiteX2" fmla="*/ 1590113 w 1590113"/>
              <a:gd name="connsiteY2" fmla="*/ 1261192 h 1261192"/>
              <a:gd name="connsiteX3" fmla="*/ 0 w 1590113"/>
              <a:gd name="connsiteY3" fmla="*/ 1261192 h 1261192"/>
              <a:gd name="connsiteX4" fmla="*/ 0 w 1590113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0113" h="1261192">
                <a:moveTo>
                  <a:pt x="0" y="0"/>
                </a:moveTo>
                <a:lnTo>
                  <a:pt x="1590113" y="0"/>
                </a:lnTo>
                <a:lnTo>
                  <a:pt x="1590113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scene3d>
            <a:camera prst="isometricOffAxis1Top"/>
            <a:lightRig rig="balanced" dir="t"/>
          </a:scene3d>
          <a:sp3d extrusionH="127000" contourW="6350" prstMaterial="matte">
            <a:bevelT w="38100" h="0"/>
            <a:bevelB w="0" h="0"/>
            <a:extrusionClr>
              <a:schemeClr val="accent2">
                <a:lumMod val="75000"/>
              </a:schemeClr>
            </a:extrusionClr>
            <a:contourClr>
              <a:schemeClr val="accent2">
                <a:lumMod val="50000"/>
              </a:schemeClr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Freihandform 23"/>
          <p:cNvSpPr/>
          <p:nvPr/>
        </p:nvSpPr>
        <p:spPr>
          <a:xfrm>
            <a:off x="5238558" y="2196077"/>
            <a:ext cx="2511483" cy="2160240"/>
          </a:xfrm>
          <a:custGeom>
            <a:avLst/>
            <a:gdLst>
              <a:gd name="connsiteX0" fmla="*/ 1327888 w 2511483"/>
              <a:gd name="connsiteY0" fmla="*/ 0 h 2160240"/>
              <a:gd name="connsiteX1" fmla="*/ 2511483 w 2511483"/>
              <a:gd name="connsiteY1" fmla="*/ 1080120 h 2160240"/>
              <a:gd name="connsiteX2" fmla="*/ 1327888 w 2511483"/>
              <a:gd name="connsiteY2" fmla="*/ 2160240 h 2160240"/>
              <a:gd name="connsiteX3" fmla="*/ 1327888 w 2511483"/>
              <a:gd name="connsiteY3" fmla="*/ 1710716 h 2160240"/>
              <a:gd name="connsiteX4" fmla="*/ 0 w 2511483"/>
              <a:gd name="connsiteY4" fmla="*/ 1710716 h 2160240"/>
              <a:gd name="connsiteX5" fmla="*/ 0 w 2511483"/>
              <a:gd name="connsiteY5" fmla="*/ 449524 h 2160240"/>
              <a:gd name="connsiteX6" fmla="*/ 1327888 w 2511483"/>
              <a:gd name="connsiteY6" fmla="*/ 449524 h 2160240"/>
              <a:gd name="connsiteX7" fmla="*/ 1327888 w 2511483"/>
              <a:gd name="connsiteY7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1483" h="2160240">
                <a:moveTo>
                  <a:pt x="1327888" y="0"/>
                </a:moveTo>
                <a:lnTo>
                  <a:pt x="2511483" y="1080120"/>
                </a:lnTo>
                <a:lnTo>
                  <a:pt x="1327888" y="2160240"/>
                </a:lnTo>
                <a:lnTo>
                  <a:pt x="1327888" y="1710716"/>
                </a:lnTo>
                <a:lnTo>
                  <a:pt x="0" y="1710716"/>
                </a:lnTo>
                <a:lnTo>
                  <a:pt x="0" y="449524"/>
                </a:lnTo>
                <a:lnTo>
                  <a:pt x="1327888" y="449524"/>
                </a:lnTo>
                <a:lnTo>
                  <a:pt x="132788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Freihandform 24"/>
          <p:cNvSpPr/>
          <p:nvPr/>
        </p:nvSpPr>
        <p:spPr>
          <a:xfrm>
            <a:off x="3757557" y="2934125"/>
            <a:ext cx="1663056" cy="1261192"/>
          </a:xfrm>
          <a:custGeom>
            <a:avLst/>
            <a:gdLst>
              <a:gd name="connsiteX0" fmla="*/ 0 w 1663056"/>
              <a:gd name="connsiteY0" fmla="*/ 0 h 1261192"/>
              <a:gd name="connsiteX1" fmla="*/ 1663056 w 1663056"/>
              <a:gd name="connsiteY1" fmla="*/ 0 h 1261192"/>
              <a:gd name="connsiteX2" fmla="*/ 1663056 w 1663056"/>
              <a:gd name="connsiteY2" fmla="*/ 1261192 h 1261192"/>
              <a:gd name="connsiteX3" fmla="*/ 0 w 1663056"/>
              <a:gd name="connsiteY3" fmla="*/ 1261192 h 1261192"/>
              <a:gd name="connsiteX4" fmla="*/ 0 w 1663056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6" h="1261192">
                <a:moveTo>
                  <a:pt x="0" y="0"/>
                </a:moveTo>
                <a:lnTo>
                  <a:pt x="1663056" y="0"/>
                </a:lnTo>
                <a:lnTo>
                  <a:pt x="1663056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Freihandform 25"/>
          <p:cNvSpPr/>
          <p:nvPr/>
        </p:nvSpPr>
        <p:spPr>
          <a:xfrm>
            <a:off x="2228564" y="3165459"/>
            <a:ext cx="1663055" cy="1261192"/>
          </a:xfrm>
          <a:custGeom>
            <a:avLst/>
            <a:gdLst>
              <a:gd name="connsiteX0" fmla="*/ 0 w 1663055"/>
              <a:gd name="connsiteY0" fmla="*/ 0 h 1261192"/>
              <a:gd name="connsiteX1" fmla="*/ 1663055 w 1663055"/>
              <a:gd name="connsiteY1" fmla="*/ 0 h 1261192"/>
              <a:gd name="connsiteX2" fmla="*/ 1663055 w 1663055"/>
              <a:gd name="connsiteY2" fmla="*/ 1261192 h 1261192"/>
              <a:gd name="connsiteX3" fmla="*/ 0 w 1663055"/>
              <a:gd name="connsiteY3" fmla="*/ 1261192 h 1261192"/>
              <a:gd name="connsiteX4" fmla="*/ 0 w 1663055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5" h="1261192">
                <a:moveTo>
                  <a:pt x="0" y="0"/>
                </a:moveTo>
                <a:lnTo>
                  <a:pt x="1663055" y="0"/>
                </a:lnTo>
                <a:lnTo>
                  <a:pt x="1663055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Freihandform 26"/>
          <p:cNvSpPr/>
          <p:nvPr/>
        </p:nvSpPr>
        <p:spPr>
          <a:xfrm>
            <a:off x="765526" y="3391944"/>
            <a:ext cx="1590113" cy="1261192"/>
          </a:xfrm>
          <a:custGeom>
            <a:avLst/>
            <a:gdLst>
              <a:gd name="connsiteX0" fmla="*/ 0 w 1590113"/>
              <a:gd name="connsiteY0" fmla="*/ 0 h 1261192"/>
              <a:gd name="connsiteX1" fmla="*/ 1590113 w 1590113"/>
              <a:gd name="connsiteY1" fmla="*/ 0 h 1261192"/>
              <a:gd name="connsiteX2" fmla="*/ 1590113 w 1590113"/>
              <a:gd name="connsiteY2" fmla="*/ 1261192 h 1261192"/>
              <a:gd name="connsiteX3" fmla="*/ 0 w 1590113"/>
              <a:gd name="connsiteY3" fmla="*/ 1261192 h 1261192"/>
              <a:gd name="connsiteX4" fmla="*/ 0 w 1590113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0113" h="1261192">
                <a:moveTo>
                  <a:pt x="0" y="0"/>
                </a:moveTo>
                <a:lnTo>
                  <a:pt x="1590113" y="0"/>
                </a:lnTo>
                <a:lnTo>
                  <a:pt x="1590113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32396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feil nach rechts 14"/>
          <p:cNvSpPr/>
          <p:nvPr/>
        </p:nvSpPr>
        <p:spPr>
          <a:xfrm>
            <a:off x="466982" y="2899161"/>
            <a:ext cx="7488000" cy="2114015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Segmentierter Zeitstrahl im 3D-Look</a:t>
            </a:r>
            <a:endParaRPr lang="de-DE" dirty="0"/>
          </a:p>
        </p:txBody>
      </p:sp>
      <p:sp>
        <p:nvSpPr>
          <p:cNvPr id="27" name="Freihandform 26"/>
          <p:cNvSpPr/>
          <p:nvPr/>
        </p:nvSpPr>
        <p:spPr>
          <a:xfrm>
            <a:off x="765526" y="3606844"/>
            <a:ext cx="1590113" cy="1261192"/>
          </a:xfrm>
          <a:custGeom>
            <a:avLst/>
            <a:gdLst>
              <a:gd name="connsiteX0" fmla="*/ 0 w 1590113"/>
              <a:gd name="connsiteY0" fmla="*/ 0 h 1261192"/>
              <a:gd name="connsiteX1" fmla="*/ 1590113 w 1590113"/>
              <a:gd name="connsiteY1" fmla="*/ 0 h 1261192"/>
              <a:gd name="connsiteX2" fmla="*/ 1590113 w 1590113"/>
              <a:gd name="connsiteY2" fmla="*/ 1261192 h 1261192"/>
              <a:gd name="connsiteX3" fmla="*/ 0 w 1590113"/>
              <a:gd name="connsiteY3" fmla="*/ 1261192 h 1261192"/>
              <a:gd name="connsiteX4" fmla="*/ 0 w 1590113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0113" h="1261192">
                <a:moveTo>
                  <a:pt x="0" y="0"/>
                </a:moveTo>
                <a:lnTo>
                  <a:pt x="1590113" y="0"/>
                </a:lnTo>
                <a:lnTo>
                  <a:pt x="1590113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feil nach rechts 16"/>
          <p:cNvSpPr/>
          <p:nvPr/>
        </p:nvSpPr>
        <p:spPr>
          <a:xfrm>
            <a:off x="466982" y="1329499"/>
            <a:ext cx="7488000" cy="2114015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Pfeil nach rechts 19"/>
          <p:cNvSpPr/>
          <p:nvPr/>
        </p:nvSpPr>
        <p:spPr>
          <a:xfrm>
            <a:off x="466982" y="4551866"/>
            <a:ext cx="7488000" cy="2114015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Freihandform 22"/>
          <p:cNvSpPr/>
          <p:nvPr/>
        </p:nvSpPr>
        <p:spPr>
          <a:xfrm>
            <a:off x="2228564" y="5033064"/>
            <a:ext cx="1663055" cy="1261192"/>
          </a:xfrm>
          <a:custGeom>
            <a:avLst/>
            <a:gdLst>
              <a:gd name="connsiteX0" fmla="*/ 0 w 1663055"/>
              <a:gd name="connsiteY0" fmla="*/ 0 h 1261192"/>
              <a:gd name="connsiteX1" fmla="*/ 1663055 w 1663055"/>
              <a:gd name="connsiteY1" fmla="*/ 0 h 1261192"/>
              <a:gd name="connsiteX2" fmla="*/ 1663055 w 1663055"/>
              <a:gd name="connsiteY2" fmla="*/ 1261192 h 1261192"/>
              <a:gd name="connsiteX3" fmla="*/ 0 w 1663055"/>
              <a:gd name="connsiteY3" fmla="*/ 1261192 h 1261192"/>
              <a:gd name="connsiteX4" fmla="*/ 0 w 1663055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5" h="1261192">
                <a:moveTo>
                  <a:pt x="0" y="0"/>
                </a:moveTo>
                <a:lnTo>
                  <a:pt x="1663055" y="0"/>
                </a:lnTo>
                <a:lnTo>
                  <a:pt x="1663055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Freihandform 27"/>
          <p:cNvSpPr/>
          <p:nvPr/>
        </p:nvSpPr>
        <p:spPr>
          <a:xfrm>
            <a:off x="765526" y="5259549"/>
            <a:ext cx="1590113" cy="1261192"/>
          </a:xfrm>
          <a:custGeom>
            <a:avLst/>
            <a:gdLst>
              <a:gd name="connsiteX0" fmla="*/ 0 w 1590113"/>
              <a:gd name="connsiteY0" fmla="*/ 0 h 1261192"/>
              <a:gd name="connsiteX1" fmla="*/ 1590113 w 1590113"/>
              <a:gd name="connsiteY1" fmla="*/ 0 h 1261192"/>
              <a:gd name="connsiteX2" fmla="*/ 1590113 w 1590113"/>
              <a:gd name="connsiteY2" fmla="*/ 1261192 h 1261192"/>
              <a:gd name="connsiteX3" fmla="*/ 0 w 1590113"/>
              <a:gd name="connsiteY3" fmla="*/ 1261192 h 1261192"/>
              <a:gd name="connsiteX4" fmla="*/ 0 w 1590113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0113" h="1261192">
                <a:moveTo>
                  <a:pt x="0" y="0"/>
                </a:moveTo>
                <a:lnTo>
                  <a:pt x="1590113" y="0"/>
                </a:lnTo>
                <a:lnTo>
                  <a:pt x="1590113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1177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7" grpId="0" animBg="1"/>
      <p:bldP spid="20" grpId="0" animBg="1"/>
      <p:bldP spid="23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feil nach rechts 15"/>
          <p:cNvSpPr/>
          <p:nvPr/>
        </p:nvSpPr>
        <p:spPr>
          <a:xfrm>
            <a:off x="438516" y="4484461"/>
            <a:ext cx="7452000" cy="2114015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feil nach rechts 14"/>
          <p:cNvSpPr/>
          <p:nvPr/>
        </p:nvSpPr>
        <p:spPr>
          <a:xfrm>
            <a:off x="466982" y="2899161"/>
            <a:ext cx="7488000" cy="2114015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Segmentierter Zeitstrahl im 3D-Look</a:t>
            </a:r>
            <a:endParaRPr lang="de-DE" dirty="0"/>
          </a:p>
        </p:txBody>
      </p:sp>
      <p:sp>
        <p:nvSpPr>
          <p:cNvPr id="18" name="Freihandform 17"/>
          <p:cNvSpPr/>
          <p:nvPr/>
        </p:nvSpPr>
        <p:spPr>
          <a:xfrm>
            <a:off x="5137278" y="4018846"/>
            <a:ext cx="2511483" cy="2160240"/>
          </a:xfrm>
          <a:custGeom>
            <a:avLst/>
            <a:gdLst>
              <a:gd name="connsiteX0" fmla="*/ 1327888 w 2511483"/>
              <a:gd name="connsiteY0" fmla="*/ 0 h 2160240"/>
              <a:gd name="connsiteX1" fmla="*/ 2511483 w 2511483"/>
              <a:gd name="connsiteY1" fmla="*/ 1080120 h 2160240"/>
              <a:gd name="connsiteX2" fmla="*/ 1327888 w 2511483"/>
              <a:gd name="connsiteY2" fmla="*/ 2160240 h 2160240"/>
              <a:gd name="connsiteX3" fmla="*/ 1327888 w 2511483"/>
              <a:gd name="connsiteY3" fmla="*/ 1710716 h 2160240"/>
              <a:gd name="connsiteX4" fmla="*/ 0 w 2511483"/>
              <a:gd name="connsiteY4" fmla="*/ 1710716 h 2160240"/>
              <a:gd name="connsiteX5" fmla="*/ 0 w 2511483"/>
              <a:gd name="connsiteY5" fmla="*/ 449524 h 2160240"/>
              <a:gd name="connsiteX6" fmla="*/ 1327888 w 2511483"/>
              <a:gd name="connsiteY6" fmla="*/ 449524 h 2160240"/>
              <a:gd name="connsiteX7" fmla="*/ 1327888 w 2511483"/>
              <a:gd name="connsiteY7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1483" h="2160240">
                <a:moveTo>
                  <a:pt x="1327888" y="0"/>
                </a:moveTo>
                <a:lnTo>
                  <a:pt x="2511483" y="1080120"/>
                </a:lnTo>
                <a:lnTo>
                  <a:pt x="1327888" y="2160240"/>
                </a:lnTo>
                <a:lnTo>
                  <a:pt x="1327888" y="1710716"/>
                </a:lnTo>
                <a:lnTo>
                  <a:pt x="0" y="1710716"/>
                </a:lnTo>
                <a:lnTo>
                  <a:pt x="0" y="449524"/>
                </a:lnTo>
                <a:lnTo>
                  <a:pt x="1327888" y="449524"/>
                </a:lnTo>
                <a:lnTo>
                  <a:pt x="1327888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scene3d>
            <a:camera prst="isometricOffAxis1Top"/>
            <a:lightRig rig="balanced" dir="t"/>
          </a:scene3d>
          <a:sp3d extrusionH="127000" contourW="6350" prstMaterial="matte">
            <a:bevelT w="38100" h="0"/>
            <a:bevelB w="0" h="0"/>
            <a:extrusionClr>
              <a:schemeClr val="accent5"/>
            </a:extrusionClr>
            <a:contourClr>
              <a:schemeClr val="accent5">
                <a:lumMod val="75000"/>
              </a:schemeClr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Freihandform 11"/>
          <p:cNvSpPr/>
          <p:nvPr/>
        </p:nvSpPr>
        <p:spPr>
          <a:xfrm>
            <a:off x="3671835" y="4753717"/>
            <a:ext cx="1663056" cy="1261192"/>
          </a:xfrm>
          <a:custGeom>
            <a:avLst/>
            <a:gdLst>
              <a:gd name="connsiteX0" fmla="*/ 0 w 1663056"/>
              <a:gd name="connsiteY0" fmla="*/ 0 h 1261192"/>
              <a:gd name="connsiteX1" fmla="*/ 1663056 w 1663056"/>
              <a:gd name="connsiteY1" fmla="*/ 0 h 1261192"/>
              <a:gd name="connsiteX2" fmla="*/ 1663056 w 1663056"/>
              <a:gd name="connsiteY2" fmla="*/ 1261192 h 1261192"/>
              <a:gd name="connsiteX3" fmla="*/ 0 w 1663056"/>
              <a:gd name="connsiteY3" fmla="*/ 1261192 h 1261192"/>
              <a:gd name="connsiteX4" fmla="*/ 0 w 1663056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6" h="1261192">
                <a:moveTo>
                  <a:pt x="0" y="0"/>
                </a:moveTo>
                <a:lnTo>
                  <a:pt x="1663056" y="0"/>
                </a:lnTo>
                <a:lnTo>
                  <a:pt x="1663056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scene3d>
            <a:camera prst="isometricOffAxis1Top"/>
            <a:lightRig rig="balanced" dir="t"/>
          </a:scene3d>
          <a:sp3d extrusionH="127000" contourW="6350" prstMaterial="matte">
            <a:bevelT w="38100" h="0"/>
            <a:bevelB w="0" h="0"/>
            <a:extrusionClr>
              <a:schemeClr val="accent6">
                <a:lumMod val="75000"/>
              </a:schemeClr>
            </a:extrusionClr>
            <a:contourClr>
              <a:schemeClr val="accent6">
                <a:lumMod val="75000"/>
              </a:schemeClr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Freihandform 12"/>
          <p:cNvSpPr/>
          <p:nvPr/>
        </p:nvSpPr>
        <p:spPr>
          <a:xfrm>
            <a:off x="2180945" y="4980289"/>
            <a:ext cx="1663055" cy="1261192"/>
          </a:xfrm>
          <a:custGeom>
            <a:avLst/>
            <a:gdLst>
              <a:gd name="connsiteX0" fmla="*/ 0 w 1663055"/>
              <a:gd name="connsiteY0" fmla="*/ 0 h 1261192"/>
              <a:gd name="connsiteX1" fmla="*/ 1663055 w 1663055"/>
              <a:gd name="connsiteY1" fmla="*/ 0 h 1261192"/>
              <a:gd name="connsiteX2" fmla="*/ 1663055 w 1663055"/>
              <a:gd name="connsiteY2" fmla="*/ 1261192 h 1261192"/>
              <a:gd name="connsiteX3" fmla="*/ 0 w 1663055"/>
              <a:gd name="connsiteY3" fmla="*/ 1261192 h 1261192"/>
              <a:gd name="connsiteX4" fmla="*/ 0 w 1663055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5" h="1261192">
                <a:moveTo>
                  <a:pt x="0" y="0"/>
                </a:moveTo>
                <a:lnTo>
                  <a:pt x="1663055" y="0"/>
                </a:lnTo>
                <a:lnTo>
                  <a:pt x="1663055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  <a:scene3d>
            <a:camera prst="isometricOffAxis1Top"/>
            <a:lightRig rig="balanced" dir="t"/>
          </a:scene3d>
          <a:sp3d extrusionH="127000" contourW="6350" prstMaterial="matte">
            <a:bevelT w="38100" h="0"/>
            <a:bevelB w="0" h="0"/>
            <a:extrusionClr>
              <a:schemeClr val="accent2"/>
            </a:extrusionClr>
            <a:contourClr>
              <a:schemeClr val="accent2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/>
          <p:cNvSpPr/>
          <p:nvPr/>
        </p:nvSpPr>
        <p:spPr>
          <a:xfrm>
            <a:off x="751247" y="5200423"/>
            <a:ext cx="1590113" cy="1261192"/>
          </a:xfrm>
          <a:custGeom>
            <a:avLst/>
            <a:gdLst>
              <a:gd name="connsiteX0" fmla="*/ 0 w 1590113"/>
              <a:gd name="connsiteY0" fmla="*/ 0 h 1261192"/>
              <a:gd name="connsiteX1" fmla="*/ 1590113 w 1590113"/>
              <a:gd name="connsiteY1" fmla="*/ 0 h 1261192"/>
              <a:gd name="connsiteX2" fmla="*/ 1590113 w 1590113"/>
              <a:gd name="connsiteY2" fmla="*/ 1261192 h 1261192"/>
              <a:gd name="connsiteX3" fmla="*/ 0 w 1590113"/>
              <a:gd name="connsiteY3" fmla="*/ 1261192 h 1261192"/>
              <a:gd name="connsiteX4" fmla="*/ 0 w 1590113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0113" h="1261192">
                <a:moveTo>
                  <a:pt x="0" y="0"/>
                </a:moveTo>
                <a:lnTo>
                  <a:pt x="1590113" y="0"/>
                </a:lnTo>
                <a:lnTo>
                  <a:pt x="1590113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75000"/>
            </a:schemeClr>
          </a:solidFill>
          <a:ln>
            <a:noFill/>
          </a:ln>
          <a:scene3d>
            <a:camera prst="isometricOffAxis1Top"/>
            <a:lightRig rig="balanced" dir="t"/>
          </a:scene3d>
          <a:sp3d extrusionH="127000" contourW="6350" prstMaterial="matte">
            <a:bevelT w="38100" h="0"/>
            <a:bevelB w="0" h="0"/>
            <a:extrusionClr>
              <a:schemeClr val="accent2">
                <a:lumMod val="75000"/>
              </a:schemeClr>
            </a:extrusionClr>
            <a:contourClr>
              <a:schemeClr val="accent2">
                <a:lumMod val="50000"/>
              </a:schemeClr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Freihandform 23"/>
          <p:cNvSpPr/>
          <p:nvPr/>
        </p:nvSpPr>
        <p:spPr>
          <a:xfrm>
            <a:off x="5238558" y="2410977"/>
            <a:ext cx="2511483" cy="2160240"/>
          </a:xfrm>
          <a:custGeom>
            <a:avLst/>
            <a:gdLst>
              <a:gd name="connsiteX0" fmla="*/ 1327888 w 2511483"/>
              <a:gd name="connsiteY0" fmla="*/ 0 h 2160240"/>
              <a:gd name="connsiteX1" fmla="*/ 2511483 w 2511483"/>
              <a:gd name="connsiteY1" fmla="*/ 1080120 h 2160240"/>
              <a:gd name="connsiteX2" fmla="*/ 1327888 w 2511483"/>
              <a:gd name="connsiteY2" fmla="*/ 2160240 h 2160240"/>
              <a:gd name="connsiteX3" fmla="*/ 1327888 w 2511483"/>
              <a:gd name="connsiteY3" fmla="*/ 1710716 h 2160240"/>
              <a:gd name="connsiteX4" fmla="*/ 0 w 2511483"/>
              <a:gd name="connsiteY4" fmla="*/ 1710716 h 2160240"/>
              <a:gd name="connsiteX5" fmla="*/ 0 w 2511483"/>
              <a:gd name="connsiteY5" fmla="*/ 449524 h 2160240"/>
              <a:gd name="connsiteX6" fmla="*/ 1327888 w 2511483"/>
              <a:gd name="connsiteY6" fmla="*/ 449524 h 2160240"/>
              <a:gd name="connsiteX7" fmla="*/ 1327888 w 2511483"/>
              <a:gd name="connsiteY7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511483" h="2160240">
                <a:moveTo>
                  <a:pt x="1327888" y="0"/>
                </a:moveTo>
                <a:lnTo>
                  <a:pt x="2511483" y="1080120"/>
                </a:lnTo>
                <a:lnTo>
                  <a:pt x="1327888" y="2160240"/>
                </a:lnTo>
                <a:lnTo>
                  <a:pt x="1327888" y="1710716"/>
                </a:lnTo>
                <a:lnTo>
                  <a:pt x="0" y="1710716"/>
                </a:lnTo>
                <a:lnTo>
                  <a:pt x="0" y="449524"/>
                </a:lnTo>
                <a:lnTo>
                  <a:pt x="1327888" y="449524"/>
                </a:lnTo>
                <a:lnTo>
                  <a:pt x="132788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Freihandform 24"/>
          <p:cNvSpPr/>
          <p:nvPr/>
        </p:nvSpPr>
        <p:spPr>
          <a:xfrm>
            <a:off x="3757557" y="3149025"/>
            <a:ext cx="1663056" cy="1261192"/>
          </a:xfrm>
          <a:custGeom>
            <a:avLst/>
            <a:gdLst>
              <a:gd name="connsiteX0" fmla="*/ 0 w 1663056"/>
              <a:gd name="connsiteY0" fmla="*/ 0 h 1261192"/>
              <a:gd name="connsiteX1" fmla="*/ 1663056 w 1663056"/>
              <a:gd name="connsiteY1" fmla="*/ 0 h 1261192"/>
              <a:gd name="connsiteX2" fmla="*/ 1663056 w 1663056"/>
              <a:gd name="connsiteY2" fmla="*/ 1261192 h 1261192"/>
              <a:gd name="connsiteX3" fmla="*/ 0 w 1663056"/>
              <a:gd name="connsiteY3" fmla="*/ 1261192 h 1261192"/>
              <a:gd name="connsiteX4" fmla="*/ 0 w 1663056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6" h="1261192">
                <a:moveTo>
                  <a:pt x="0" y="0"/>
                </a:moveTo>
                <a:lnTo>
                  <a:pt x="1663056" y="0"/>
                </a:lnTo>
                <a:lnTo>
                  <a:pt x="1663056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6" name="Freihandform 25"/>
          <p:cNvSpPr/>
          <p:nvPr/>
        </p:nvSpPr>
        <p:spPr>
          <a:xfrm>
            <a:off x="2228564" y="3380359"/>
            <a:ext cx="1663055" cy="1261192"/>
          </a:xfrm>
          <a:custGeom>
            <a:avLst/>
            <a:gdLst>
              <a:gd name="connsiteX0" fmla="*/ 0 w 1663055"/>
              <a:gd name="connsiteY0" fmla="*/ 0 h 1261192"/>
              <a:gd name="connsiteX1" fmla="*/ 1663055 w 1663055"/>
              <a:gd name="connsiteY1" fmla="*/ 0 h 1261192"/>
              <a:gd name="connsiteX2" fmla="*/ 1663055 w 1663055"/>
              <a:gd name="connsiteY2" fmla="*/ 1261192 h 1261192"/>
              <a:gd name="connsiteX3" fmla="*/ 0 w 1663055"/>
              <a:gd name="connsiteY3" fmla="*/ 1261192 h 1261192"/>
              <a:gd name="connsiteX4" fmla="*/ 0 w 1663055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63055" h="1261192">
                <a:moveTo>
                  <a:pt x="0" y="0"/>
                </a:moveTo>
                <a:lnTo>
                  <a:pt x="1663055" y="0"/>
                </a:lnTo>
                <a:lnTo>
                  <a:pt x="1663055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7" name="Freihandform 26"/>
          <p:cNvSpPr/>
          <p:nvPr/>
        </p:nvSpPr>
        <p:spPr>
          <a:xfrm>
            <a:off x="765526" y="3606844"/>
            <a:ext cx="1590113" cy="1261192"/>
          </a:xfrm>
          <a:custGeom>
            <a:avLst/>
            <a:gdLst>
              <a:gd name="connsiteX0" fmla="*/ 0 w 1590113"/>
              <a:gd name="connsiteY0" fmla="*/ 0 h 1261192"/>
              <a:gd name="connsiteX1" fmla="*/ 1590113 w 1590113"/>
              <a:gd name="connsiteY1" fmla="*/ 0 h 1261192"/>
              <a:gd name="connsiteX2" fmla="*/ 1590113 w 1590113"/>
              <a:gd name="connsiteY2" fmla="*/ 1261192 h 1261192"/>
              <a:gd name="connsiteX3" fmla="*/ 0 w 1590113"/>
              <a:gd name="connsiteY3" fmla="*/ 1261192 h 1261192"/>
              <a:gd name="connsiteX4" fmla="*/ 0 w 1590113"/>
              <a:gd name="connsiteY4" fmla="*/ 0 h 12611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0113" h="1261192">
                <a:moveTo>
                  <a:pt x="0" y="0"/>
                </a:moveTo>
                <a:lnTo>
                  <a:pt x="1590113" y="0"/>
                </a:lnTo>
                <a:lnTo>
                  <a:pt x="1590113" y="1261192"/>
                </a:lnTo>
                <a:lnTo>
                  <a:pt x="0" y="12611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  <a:scene3d>
            <a:camera prst="isometricOffAxis1Top"/>
            <a:lightRig rig="balanced" dir="t"/>
          </a:scene3d>
          <a:sp3d extrusionH="127000" prstMaterial="matte">
            <a:bevelT w="38100" h="0"/>
            <a:bevelB w="0" h="0"/>
            <a:extrusionClr>
              <a:schemeClr val="accent6"/>
            </a:extrusionClr>
            <a:contourClr>
              <a:schemeClr val="accent6"/>
            </a:contourClr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feil nach rechts 16"/>
          <p:cNvSpPr/>
          <p:nvPr/>
        </p:nvSpPr>
        <p:spPr>
          <a:xfrm>
            <a:off x="466982" y="1329499"/>
            <a:ext cx="7488000" cy="2114015"/>
          </a:xfrm>
          <a:prstGeom prst="rightArrow">
            <a:avLst>
              <a:gd name="adj1" fmla="val 58382"/>
              <a:gd name="adj2" fmla="val 54790"/>
            </a:avLst>
          </a:prstGeom>
          <a:scene3d>
            <a:camera prst="isometricOffAxis1Top"/>
            <a:lightRig rig="threePt" dir="t"/>
          </a:scene3d>
          <a:sp3d prstMaterial="metal">
            <a:bevelT w="0" h="0"/>
            <a:bevelB w="0" h="0"/>
          </a:sp3d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063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8" grpId="0" animBg="1"/>
      <p:bldP spid="12" grpId="0" animBg="1"/>
      <p:bldP spid="13" grpId="0" animBg="1"/>
      <p:bldP spid="14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61268315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Den Projektablauf mit einem 2D- oder 3D-Zeitstrahl darstellen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Terminübersichten mit Platz für Detailinformationen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Alle Projektphasen auf einen Blick per Gantt-Darstellung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Projektstart einmal anders mit einer Filmklappe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2183326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Ablauf per SmartArt-Grafik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505613"/>
              </p:ext>
            </p:extLst>
          </p:nvPr>
        </p:nvGraphicFramePr>
        <p:xfrm>
          <a:off x="457200" y="1557338"/>
          <a:ext cx="8291513" cy="47513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45300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hteck 82"/>
          <p:cNvSpPr/>
          <p:nvPr/>
        </p:nvSpPr>
        <p:spPr>
          <a:xfrm>
            <a:off x="717484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Ist-Analyse</a:t>
            </a:r>
            <a:endParaRPr lang="de-DE" sz="2000" dirty="0"/>
          </a:p>
        </p:txBody>
      </p:sp>
      <p:sp>
        <p:nvSpPr>
          <p:cNvPr id="84" name="Rechteck 83"/>
          <p:cNvSpPr/>
          <p:nvPr/>
        </p:nvSpPr>
        <p:spPr>
          <a:xfrm>
            <a:off x="2990696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Zieldefinition</a:t>
            </a:r>
            <a:endParaRPr lang="de-DE" sz="2000" dirty="0"/>
          </a:p>
        </p:txBody>
      </p:sp>
      <p:sp>
        <p:nvSpPr>
          <p:cNvPr id="85" name="Rechteck 84"/>
          <p:cNvSpPr/>
          <p:nvPr/>
        </p:nvSpPr>
        <p:spPr>
          <a:xfrm>
            <a:off x="5247000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Terminplanung</a:t>
            </a:r>
            <a:endParaRPr lang="de-DE" sz="2000" dirty="0"/>
          </a:p>
        </p:txBody>
      </p:sp>
      <p:cxnSp>
        <p:nvCxnSpPr>
          <p:cNvPr id="89" name="Gerade Verbindung 88"/>
          <p:cNvCxnSpPr>
            <a:stCxn id="83" idx="2"/>
            <a:endCxn id="1071" idx="0"/>
          </p:cNvCxnSpPr>
          <p:nvPr/>
        </p:nvCxnSpPr>
        <p:spPr>
          <a:xfrm>
            <a:off x="1598713" y="2204864"/>
            <a:ext cx="1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89"/>
          <p:cNvCxnSpPr>
            <a:stCxn id="85" idx="2"/>
            <a:endCxn id="81" idx="0"/>
          </p:cNvCxnSpPr>
          <p:nvPr/>
        </p:nvCxnSpPr>
        <p:spPr>
          <a:xfrm>
            <a:off x="6128229" y="2204864"/>
            <a:ext cx="1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90"/>
          <p:cNvCxnSpPr>
            <a:stCxn id="84" idx="2"/>
            <a:endCxn id="80" idx="0"/>
          </p:cNvCxnSpPr>
          <p:nvPr/>
        </p:nvCxnSpPr>
        <p:spPr>
          <a:xfrm flipH="1">
            <a:off x="3868823" y="2204864"/>
            <a:ext cx="3102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Ablauf und Inhalte im Detail</a:t>
            </a:r>
            <a:endParaRPr lang="de-DE" dirty="0"/>
          </a:p>
        </p:txBody>
      </p:sp>
      <p:sp>
        <p:nvSpPr>
          <p:cNvPr id="1070" name="Gestreifter Pfeil nach rechts 1069"/>
          <p:cNvSpPr/>
          <p:nvPr/>
        </p:nvSpPr>
        <p:spPr>
          <a:xfrm>
            <a:off x="547772" y="2546350"/>
            <a:ext cx="7048564" cy="666626"/>
          </a:xfrm>
          <a:prstGeom prst="stripedRightArrow">
            <a:avLst>
              <a:gd name="adj1" fmla="val 64863"/>
              <a:gd name="adj2" fmla="val 50000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1" name="Rechteck 1070"/>
          <p:cNvSpPr/>
          <p:nvPr/>
        </p:nvSpPr>
        <p:spPr>
          <a:xfrm>
            <a:off x="546540" y="3356992"/>
            <a:ext cx="2104347" cy="288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 smtClean="0"/>
              <a:t>Detailinformationen</a:t>
            </a:r>
            <a:endParaRPr lang="de-DE" dirty="0"/>
          </a:p>
        </p:txBody>
      </p:sp>
      <p:sp>
        <p:nvSpPr>
          <p:cNvPr id="80" name="Rechteck 79"/>
          <p:cNvSpPr/>
          <p:nvPr/>
        </p:nvSpPr>
        <p:spPr>
          <a:xfrm>
            <a:off x="2816649" y="3356992"/>
            <a:ext cx="2104347" cy="288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/>
              <a:t>Detailinformationen</a:t>
            </a:r>
          </a:p>
        </p:txBody>
      </p:sp>
      <p:sp>
        <p:nvSpPr>
          <p:cNvPr id="81" name="Rechteck 80"/>
          <p:cNvSpPr/>
          <p:nvPr/>
        </p:nvSpPr>
        <p:spPr>
          <a:xfrm>
            <a:off x="5076056" y="3356992"/>
            <a:ext cx="2104347" cy="288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/>
              <a:t>Detailinformationen</a:t>
            </a:r>
          </a:p>
        </p:txBody>
      </p:sp>
      <p:sp>
        <p:nvSpPr>
          <p:cNvPr id="1073" name="Ellipse 1072"/>
          <p:cNvSpPr/>
          <p:nvPr/>
        </p:nvSpPr>
        <p:spPr>
          <a:xfrm>
            <a:off x="1299288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1</a:t>
            </a:r>
            <a:endParaRPr lang="de-DE" dirty="0"/>
          </a:p>
        </p:txBody>
      </p:sp>
      <p:sp>
        <p:nvSpPr>
          <p:cNvPr id="87" name="Ellipse 86"/>
          <p:cNvSpPr/>
          <p:nvPr/>
        </p:nvSpPr>
        <p:spPr>
          <a:xfrm>
            <a:off x="3569397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2</a:t>
            </a:r>
            <a:endParaRPr lang="de-DE" dirty="0"/>
          </a:p>
        </p:txBody>
      </p:sp>
      <p:sp>
        <p:nvSpPr>
          <p:cNvPr id="88" name="Ellipse 87"/>
          <p:cNvSpPr/>
          <p:nvPr/>
        </p:nvSpPr>
        <p:spPr>
          <a:xfrm>
            <a:off x="5828804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15112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hteck 82"/>
          <p:cNvSpPr/>
          <p:nvPr/>
        </p:nvSpPr>
        <p:spPr>
          <a:xfrm>
            <a:off x="717484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Ist-Analyse</a:t>
            </a:r>
            <a:endParaRPr lang="de-DE" sz="2000" dirty="0"/>
          </a:p>
        </p:txBody>
      </p:sp>
      <p:sp>
        <p:nvSpPr>
          <p:cNvPr id="84" name="Rechteck 83"/>
          <p:cNvSpPr/>
          <p:nvPr/>
        </p:nvSpPr>
        <p:spPr>
          <a:xfrm>
            <a:off x="2990696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Zieldefinition</a:t>
            </a:r>
            <a:endParaRPr lang="de-DE" sz="2000" dirty="0"/>
          </a:p>
        </p:txBody>
      </p:sp>
      <p:sp>
        <p:nvSpPr>
          <p:cNvPr id="85" name="Rechteck 84"/>
          <p:cNvSpPr/>
          <p:nvPr/>
        </p:nvSpPr>
        <p:spPr>
          <a:xfrm>
            <a:off x="5247000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Terminplanung</a:t>
            </a:r>
            <a:endParaRPr lang="de-DE" sz="2000" dirty="0"/>
          </a:p>
        </p:txBody>
      </p:sp>
      <p:cxnSp>
        <p:nvCxnSpPr>
          <p:cNvPr id="89" name="Gerade Verbindung 88"/>
          <p:cNvCxnSpPr>
            <a:stCxn id="83" idx="2"/>
            <a:endCxn id="1071" idx="0"/>
          </p:cNvCxnSpPr>
          <p:nvPr/>
        </p:nvCxnSpPr>
        <p:spPr>
          <a:xfrm>
            <a:off x="1598713" y="2204864"/>
            <a:ext cx="1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Gerade Verbindung 89"/>
          <p:cNvCxnSpPr>
            <a:stCxn id="85" idx="2"/>
            <a:endCxn id="81" idx="0"/>
          </p:cNvCxnSpPr>
          <p:nvPr/>
        </p:nvCxnSpPr>
        <p:spPr>
          <a:xfrm>
            <a:off x="6128229" y="2204864"/>
            <a:ext cx="1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 Verbindung 90"/>
          <p:cNvCxnSpPr>
            <a:stCxn id="84" idx="2"/>
            <a:endCxn id="80" idx="0"/>
          </p:cNvCxnSpPr>
          <p:nvPr/>
        </p:nvCxnSpPr>
        <p:spPr>
          <a:xfrm flipH="1">
            <a:off x="3868823" y="2204864"/>
            <a:ext cx="3102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Ablauf und Inhalte im Detail (1/2)</a:t>
            </a:r>
            <a:endParaRPr lang="de-DE" dirty="0"/>
          </a:p>
        </p:txBody>
      </p:sp>
      <p:sp>
        <p:nvSpPr>
          <p:cNvPr id="1070" name="Gestreifter Pfeil nach rechts 1069"/>
          <p:cNvSpPr/>
          <p:nvPr/>
        </p:nvSpPr>
        <p:spPr>
          <a:xfrm>
            <a:off x="547772" y="2546350"/>
            <a:ext cx="9208804" cy="666626"/>
          </a:xfrm>
          <a:prstGeom prst="stripedRightArrow">
            <a:avLst>
              <a:gd name="adj1" fmla="val 64863"/>
              <a:gd name="adj2" fmla="val 50000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1" name="Rechteck 1070"/>
          <p:cNvSpPr/>
          <p:nvPr/>
        </p:nvSpPr>
        <p:spPr>
          <a:xfrm>
            <a:off x="546540" y="3356992"/>
            <a:ext cx="2104347" cy="288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 smtClean="0"/>
              <a:t>Detailinformationen</a:t>
            </a:r>
            <a:endParaRPr lang="de-DE" dirty="0"/>
          </a:p>
        </p:txBody>
      </p:sp>
      <p:sp>
        <p:nvSpPr>
          <p:cNvPr id="80" name="Rechteck 79"/>
          <p:cNvSpPr/>
          <p:nvPr/>
        </p:nvSpPr>
        <p:spPr>
          <a:xfrm>
            <a:off x="2816649" y="3356992"/>
            <a:ext cx="2104347" cy="288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/>
              <a:t>Detailinformationen</a:t>
            </a:r>
          </a:p>
        </p:txBody>
      </p:sp>
      <p:sp>
        <p:nvSpPr>
          <p:cNvPr id="81" name="Rechteck 80"/>
          <p:cNvSpPr/>
          <p:nvPr/>
        </p:nvSpPr>
        <p:spPr>
          <a:xfrm>
            <a:off x="5076056" y="3356992"/>
            <a:ext cx="2104347" cy="288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/>
              <a:t>Detailinformationen</a:t>
            </a:r>
          </a:p>
        </p:txBody>
      </p:sp>
      <p:sp>
        <p:nvSpPr>
          <p:cNvPr id="1073" name="Ellipse 1072"/>
          <p:cNvSpPr/>
          <p:nvPr/>
        </p:nvSpPr>
        <p:spPr>
          <a:xfrm>
            <a:off x="1299288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1</a:t>
            </a:r>
            <a:endParaRPr lang="de-DE" dirty="0"/>
          </a:p>
        </p:txBody>
      </p:sp>
      <p:sp>
        <p:nvSpPr>
          <p:cNvPr id="87" name="Ellipse 86"/>
          <p:cNvSpPr/>
          <p:nvPr/>
        </p:nvSpPr>
        <p:spPr>
          <a:xfrm>
            <a:off x="3569397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2</a:t>
            </a:r>
            <a:endParaRPr lang="de-DE" dirty="0"/>
          </a:p>
        </p:txBody>
      </p:sp>
      <p:sp>
        <p:nvSpPr>
          <p:cNvPr id="88" name="Ellipse 87"/>
          <p:cNvSpPr/>
          <p:nvPr/>
        </p:nvSpPr>
        <p:spPr>
          <a:xfrm>
            <a:off x="5828804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3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51507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hteck 82"/>
          <p:cNvSpPr/>
          <p:nvPr/>
        </p:nvSpPr>
        <p:spPr>
          <a:xfrm>
            <a:off x="717484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Teamauswahl</a:t>
            </a:r>
            <a:endParaRPr lang="de-DE" sz="2000" dirty="0"/>
          </a:p>
        </p:txBody>
      </p:sp>
      <p:sp>
        <p:nvSpPr>
          <p:cNvPr id="84" name="Rechteck 83"/>
          <p:cNvSpPr/>
          <p:nvPr/>
        </p:nvSpPr>
        <p:spPr>
          <a:xfrm>
            <a:off x="2990696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Realisierung</a:t>
            </a:r>
            <a:endParaRPr lang="de-DE" sz="2000" dirty="0"/>
          </a:p>
        </p:txBody>
      </p:sp>
      <p:sp>
        <p:nvSpPr>
          <p:cNvPr id="85" name="Rechteck 84"/>
          <p:cNvSpPr/>
          <p:nvPr/>
        </p:nvSpPr>
        <p:spPr>
          <a:xfrm>
            <a:off x="5247000" y="1700808"/>
            <a:ext cx="1762458" cy="504056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2000" dirty="0" smtClean="0"/>
              <a:t>Evaluation</a:t>
            </a:r>
            <a:endParaRPr lang="de-DE" sz="2000" dirty="0"/>
          </a:p>
        </p:txBody>
      </p:sp>
      <p:cxnSp>
        <p:nvCxnSpPr>
          <p:cNvPr id="18" name="Gerade Verbindung 17"/>
          <p:cNvCxnSpPr>
            <a:stCxn id="83" idx="2"/>
            <a:endCxn id="1071" idx="0"/>
          </p:cNvCxnSpPr>
          <p:nvPr/>
        </p:nvCxnSpPr>
        <p:spPr>
          <a:xfrm>
            <a:off x="1598713" y="2204864"/>
            <a:ext cx="1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14"/>
          <p:cNvCxnSpPr>
            <a:stCxn id="85" idx="2"/>
            <a:endCxn id="81" idx="0"/>
          </p:cNvCxnSpPr>
          <p:nvPr/>
        </p:nvCxnSpPr>
        <p:spPr>
          <a:xfrm>
            <a:off x="6128229" y="2204864"/>
            <a:ext cx="1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Gerade Verbindung 3"/>
          <p:cNvCxnSpPr>
            <a:stCxn id="84" idx="2"/>
            <a:endCxn id="80" idx="0"/>
          </p:cNvCxnSpPr>
          <p:nvPr/>
        </p:nvCxnSpPr>
        <p:spPr>
          <a:xfrm flipH="1">
            <a:off x="3868823" y="2204864"/>
            <a:ext cx="3102" cy="1152128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itel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Ablauf und Inhalte im Detail (2/2)</a:t>
            </a:r>
            <a:endParaRPr lang="de-DE" dirty="0"/>
          </a:p>
        </p:txBody>
      </p:sp>
      <p:sp>
        <p:nvSpPr>
          <p:cNvPr id="1070" name="Gestreifter Pfeil nach rechts 1069"/>
          <p:cNvSpPr/>
          <p:nvPr/>
        </p:nvSpPr>
        <p:spPr>
          <a:xfrm>
            <a:off x="-180528" y="2546350"/>
            <a:ext cx="7727503" cy="666626"/>
          </a:xfrm>
          <a:prstGeom prst="stripedRightArrow">
            <a:avLst>
              <a:gd name="adj1" fmla="val 64863"/>
              <a:gd name="adj2" fmla="val 50000"/>
            </a:avLst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71" name="Rechteck 1070"/>
          <p:cNvSpPr/>
          <p:nvPr/>
        </p:nvSpPr>
        <p:spPr>
          <a:xfrm>
            <a:off x="546540" y="3356992"/>
            <a:ext cx="2104347" cy="28803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 smtClean="0"/>
              <a:t>Detailinformationen</a:t>
            </a:r>
            <a:endParaRPr lang="de-DE" dirty="0"/>
          </a:p>
        </p:txBody>
      </p:sp>
      <p:sp>
        <p:nvSpPr>
          <p:cNvPr id="80" name="Rechteck 79"/>
          <p:cNvSpPr/>
          <p:nvPr/>
        </p:nvSpPr>
        <p:spPr>
          <a:xfrm>
            <a:off x="2816649" y="3356992"/>
            <a:ext cx="2104347" cy="28803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/>
              <a:t>Detailinformationen</a:t>
            </a:r>
          </a:p>
        </p:txBody>
      </p:sp>
      <p:sp>
        <p:nvSpPr>
          <p:cNvPr id="81" name="Rechteck 80"/>
          <p:cNvSpPr/>
          <p:nvPr/>
        </p:nvSpPr>
        <p:spPr>
          <a:xfrm>
            <a:off x="5076056" y="3356992"/>
            <a:ext cx="2104347" cy="2880320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lIns="108000" tIns="180000" rtlCol="0" anchor="t" anchorCtr="0"/>
          <a:lstStyle/>
          <a:p>
            <a:r>
              <a:rPr lang="de-DE" dirty="0"/>
              <a:t>Detailinformationen</a:t>
            </a:r>
          </a:p>
        </p:txBody>
      </p:sp>
      <p:sp>
        <p:nvSpPr>
          <p:cNvPr id="1073" name="Ellipse 1072"/>
          <p:cNvSpPr/>
          <p:nvPr/>
        </p:nvSpPr>
        <p:spPr>
          <a:xfrm>
            <a:off x="1299288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4</a:t>
            </a:r>
            <a:endParaRPr lang="de-DE" dirty="0"/>
          </a:p>
        </p:txBody>
      </p:sp>
      <p:sp>
        <p:nvSpPr>
          <p:cNvPr id="87" name="Ellipse 86"/>
          <p:cNvSpPr/>
          <p:nvPr/>
        </p:nvSpPr>
        <p:spPr>
          <a:xfrm>
            <a:off x="3569397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5</a:t>
            </a:r>
            <a:endParaRPr lang="de-DE" dirty="0"/>
          </a:p>
        </p:txBody>
      </p:sp>
      <p:sp>
        <p:nvSpPr>
          <p:cNvPr id="88" name="Ellipse 87"/>
          <p:cNvSpPr/>
          <p:nvPr/>
        </p:nvSpPr>
        <p:spPr>
          <a:xfrm>
            <a:off x="5828804" y="2580238"/>
            <a:ext cx="598850" cy="59885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 smtClean="0"/>
              <a:t>6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2555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wichtigsten Termine im Überblick </a:t>
            </a:r>
            <a:r>
              <a:rPr lang="de-DE" sz="2400" dirty="0" smtClean="0"/>
              <a:t>(1/7)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829831"/>
              </p:ext>
            </p:extLst>
          </p:nvPr>
        </p:nvGraphicFramePr>
        <p:xfrm>
          <a:off x="457200" y="2204864"/>
          <a:ext cx="8291515" cy="2026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303"/>
                <a:gridCol w="1658303"/>
                <a:gridCol w="1658303"/>
                <a:gridCol w="1658303"/>
                <a:gridCol w="1658303"/>
              </a:tblGrid>
              <a:tr h="165600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9491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wichtigsten Termine im Überblick</a:t>
            </a:r>
            <a:r>
              <a:rPr lang="de-DE" sz="2400" dirty="0">
                <a:solidFill>
                  <a:srgbClr val="9A0000"/>
                </a:solidFill>
              </a:rPr>
              <a:t> </a:t>
            </a:r>
            <a:r>
              <a:rPr lang="de-DE" sz="2400" dirty="0" smtClean="0">
                <a:solidFill>
                  <a:srgbClr val="9A0000"/>
                </a:solidFill>
              </a:rPr>
              <a:t>(2/7)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0081673"/>
              </p:ext>
            </p:extLst>
          </p:nvPr>
        </p:nvGraphicFramePr>
        <p:xfrm>
          <a:off x="457200" y="2204864"/>
          <a:ext cx="8291515" cy="211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303"/>
                <a:gridCol w="1658303"/>
                <a:gridCol w="1658303"/>
                <a:gridCol w="1658303"/>
                <a:gridCol w="1658303"/>
              </a:tblGrid>
              <a:tr h="1656000"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/>
                        <a:t>12.</a:t>
                      </a:r>
                      <a:r>
                        <a:rPr lang="de-DE" sz="2400" dirty="0" smtClean="0"/>
                        <a:t> </a:t>
                      </a:r>
                      <a:br>
                        <a:rPr lang="de-DE" sz="2400" dirty="0" smtClean="0"/>
                      </a:br>
                      <a:r>
                        <a:rPr lang="de-DE" sz="2400" dirty="0" smtClean="0"/>
                        <a:t>März</a:t>
                      </a:r>
                      <a:endParaRPr lang="de-DE" sz="2400" dirty="0"/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/>
                        <a:t>24.</a:t>
                      </a:r>
                      <a:r>
                        <a:rPr lang="de-DE" sz="2400" dirty="0" smtClean="0"/>
                        <a:t> </a:t>
                      </a:r>
                      <a:br>
                        <a:rPr lang="de-DE" sz="2400" dirty="0" smtClean="0"/>
                      </a:br>
                      <a:r>
                        <a:rPr lang="de-DE" sz="2400" dirty="0" smtClean="0"/>
                        <a:t>April</a:t>
                      </a:r>
                      <a:endParaRPr lang="de-DE" sz="24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/>
                        <a:t>26.</a:t>
                      </a:r>
                      <a:r>
                        <a:rPr lang="de-DE" sz="2400" dirty="0" smtClean="0"/>
                        <a:t> </a:t>
                      </a:r>
                      <a:br>
                        <a:rPr lang="de-DE" sz="2400" dirty="0" smtClean="0"/>
                      </a:br>
                      <a:r>
                        <a:rPr lang="de-DE" sz="2400" dirty="0" smtClean="0"/>
                        <a:t>Mai</a:t>
                      </a:r>
                      <a:endParaRPr lang="de-DE" sz="24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/>
                        <a:t>1.</a:t>
                      </a:r>
                      <a:r>
                        <a:rPr lang="de-DE" sz="2400" dirty="0" smtClean="0"/>
                        <a:t> </a:t>
                      </a:r>
                      <a:br>
                        <a:rPr lang="de-DE" sz="2400" dirty="0" smtClean="0"/>
                      </a:br>
                      <a:r>
                        <a:rPr lang="de-DE" sz="2400" dirty="0" smtClean="0"/>
                        <a:t>Juli</a:t>
                      </a:r>
                      <a:endParaRPr lang="de-DE" sz="24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/>
                        <a:t>15.</a:t>
                      </a:r>
                      <a:r>
                        <a:rPr lang="de-DE" sz="2400" dirty="0" smtClean="0"/>
                        <a:t> September</a:t>
                      </a:r>
                      <a:endParaRPr lang="de-DE" sz="24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Thema</a:t>
                      </a:r>
                      <a:endParaRPr lang="de-DE" sz="2400" dirty="0"/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Thema</a:t>
                      </a:r>
                      <a:endParaRPr lang="de-DE" sz="24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Thema</a:t>
                      </a:r>
                      <a:endParaRPr lang="de-DE" sz="24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Thema</a:t>
                      </a:r>
                      <a:endParaRPr lang="de-DE" sz="24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Thema</a:t>
                      </a:r>
                      <a:endParaRPr lang="de-DE" sz="2400" dirty="0"/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444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wichtigsten Termine im Überblick</a:t>
            </a:r>
            <a:r>
              <a:rPr lang="de-DE" sz="2400" dirty="0">
                <a:solidFill>
                  <a:srgbClr val="9A0000"/>
                </a:solidFill>
              </a:rPr>
              <a:t> </a:t>
            </a:r>
            <a:r>
              <a:rPr lang="de-DE" sz="2400" dirty="0" smtClean="0">
                <a:solidFill>
                  <a:srgbClr val="9A0000"/>
                </a:solidFill>
              </a:rPr>
              <a:t>(3/7)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12817876"/>
              </p:ext>
            </p:extLst>
          </p:nvPr>
        </p:nvGraphicFramePr>
        <p:xfrm>
          <a:off x="457200" y="1844824"/>
          <a:ext cx="8291515" cy="247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303"/>
                <a:gridCol w="1658303"/>
                <a:gridCol w="1658303"/>
                <a:gridCol w="1658303"/>
                <a:gridCol w="1658303"/>
              </a:tblGrid>
              <a:tr h="1656000"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/>
                          </a:solidFill>
                        </a:rPr>
                        <a:t>12.</a:t>
                      </a: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März</a:t>
                      </a:r>
                      <a:endParaRPr lang="de-DE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24.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April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26.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Mai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Juli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15.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September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/>
                        <a:t>Thema in zwei Zeilen</a:t>
                      </a:r>
                      <a:endParaRPr lang="de-DE" sz="2400" dirty="0"/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Rechteckige Legende 2"/>
          <p:cNvSpPr/>
          <p:nvPr/>
        </p:nvSpPr>
        <p:spPr>
          <a:xfrm>
            <a:off x="467544" y="4725144"/>
            <a:ext cx="4968552" cy="1512168"/>
          </a:xfrm>
          <a:prstGeom prst="wedgeRectCallout">
            <a:avLst>
              <a:gd name="adj1" fmla="val -33012"/>
              <a:gd name="adj2" fmla="val -72778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51876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wichtigsten Termine im Überblick</a:t>
            </a:r>
            <a:r>
              <a:rPr lang="de-DE" sz="2400" dirty="0">
                <a:solidFill>
                  <a:srgbClr val="9A0000"/>
                </a:solidFill>
              </a:rPr>
              <a:t> </a:t>
            </a:r>
            <a:r>
              <a:rPr lang="de-DE" sz="2400" dirty="0" smtClean="0">
                <a:solidFill>
                  <a:srgbClr val="9A0000"/>
                </a:solidFill>
              </a:rPr>
              <a:t>(4/7)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30071524"/>
              </p:ext>
            </p:extLst>
          </p:nvPr>
        </p:nvGraphicFramePr>
        <p:xfrm>
          <a:off x="457200" y="1844824"/>
          <a:ext cx="8291515" cy="247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303"/>
                <a:gridCol w="1658303"/>
                <a:gridCol w="1658303"/>
                <a:gridCol w="1658303"/>
                <a:gridCol w="1658303"/>
              </a:tblGrid>
              <a:tr h="1656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12. </a:t>
                      </a:r>
                      <a:b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März</a:t>
                      </a:r>
                      <a:endParaRPr lang="de-DE" sz="28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/>
                          </a:solidFill>
                        </a:rPr>
                        <a:t>24.</a:t>
                      </a: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April</a:t>
                      </a:r>
                      <a:endParaRPr lang="de-DE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26.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Mai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Juli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15.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September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tx1"/>
                          </a:solidFill>
                        </a:rPr>
                        <a:t>Thema in zwei Zeilen</a:t>
                      </a:r>
                      <a:endParaRPr lang="de-DE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Rechteckige Legende 2"/>
          <p:cNvSpPr/>
          <p:nvPr/>
        </p:nvSpPr>
        <p:spPr>
          <a:xfrm>
            <a:off x="2123728" y="4725144"/>
            <a:ext cx="4968552" cy="1512168"/>
          </a:xfrm>
          <a:prstGeom prst="wedgeRectCallout">
            <a:avLst>
              <a:gd name="adj1" fmla="val -33012"/>
              <a:gd name="adj2" fmla="val -72778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17365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wichtigsten Termine im Überblick</a:t>
            </a:r>
            <a:r>
              <a:rPr lang="de-DE" sz="2400" dirty="0">
                <a:solidFill>
                  <a:srgbClr val="9A0000"/>
                </a:solidFill>
              </a:rPr>
              <a:t> </a:t>
            </a:r>
            <a:r>
              <a:rPr lang="de-DE" sz="2400" dirty="0" smtClean="0">
                <a:solidFill>
                  <a:srgbClr val="9A0000"/>
                </a:solidFill>
              </a:rPr>
              <a:t>(4/7)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30911977"/>
              </p:ext>
            </p:extLst>
          </p:nvPr>
        </p:nvGraphicFramePr>
        <p:xfrm>
          <a:off x="457200" y="1844824"/>
          <a:ext cx="8291515" cy="247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303"/>
                <a:gridCol w="1658303"/>
                <a:gridCol w="1658303"/>
                <a:gridCol w="1658303"/>
                <a:gridCol w="1658303"/>
              </a:tblGrid>
              <a:tr h="1656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12. </a:t>
                      </a:r>
                      <a:b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März</a:t>
                      </a:r>
                      <a:endParaRPr lang="de-DE" sz="28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24.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April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/>
                          </a:solidFill>
                        </a:rPr>
                        <a:t>26.</a:t>
                      </a: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Mai</a:t>
                      </a:r>
                      <a:endParaRPr lang="de-DE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Juli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15.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September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tx1"/>
                          </a:solidFill>
                        </a:rPr>
                        <a:t>Thema in zwei Zeilen</a:t>
                      </a:r>
                      <a:endParaRPr lang="de-DE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Rechteckige Legende 2"/>
          <p:cNvSpPr/>
          <p:nvPr/>
        </p:nvSpPr>
        <p:spPr>
          <a:xfrm>
            <a:off x="3779912" y="4725144"/>
            <a:ext cx="4968552" cy="1512168"/>
          </a:xfrm>
          <a:prstGeom prst="wedgeRectCallout">
            <a:avLst>
              <a:gd name="adj1" fmla="val -33012"/>
              <a:gd name="adj2" fmla="val -72778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24027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wichtigsten Termine im Überblick</a:t>
            </a:r>
            <a:r>
              <a:rPr lang="de-DE" sz="2400" dirty="0">
                <a:solidFill>
                  <a:srgbClr val="9A0000"/>
                </a:solidFill>
              </a:rPr>
              <a:t> </a:t>
            </a:r>
            <a:r>
              <a:rPr lang="de-DE" sz="2400" dirty="0" smtClean="0">
                <a:solidFill>
                  <a:srgbClr val="9A0000"/>
                </a:solidFill>
              </a:rPr>
              <a:t>(4/7)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5565402"/>
              </p:ext>
            </p:extLst>
          </p:nvPr>
        </p:nvGraphicFramePr>
        <p:xfrm>
          <a:off x="457200" y="1844824"/>
          <a:ext cx="8291515" cy="247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303"/>
                <a:gridCol w="1658303"/>
                <a:gridCol w="1658303"/>
                <a:gridCol w="1658303"/>
                <a:gridCol w="1658303"/>
              </a:tblGrid>
              <a:tr h="1656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12. </a:t>
                      </a:r>
                      <a:b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März</a:t>
                      </a:r>
                      <a:endParaRPr lang="de-DE" sz="28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24.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April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26.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Mai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/>
                          </a:solidFill>
                        </a:rPr>
                        <a:t>1.</a:t>
                      </a: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/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Juli</a:t>
                      </a:r>
                      <a:endParaRPr lang="de-DE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15.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September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tx1"/>
                          </a:solidFill>
                        </a:rPr>
                        <a:t>Thema in zwei Zeilen</a:t>
                      </a:r>
                      <a:endParaRPr lang="de-DE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Rechteckige Legende 2"/>
          <p:cNvSpPr/>
          <p:nvPr/>
        </p:nvSpPr>
        <p:spPr>
          <a:xfrm>
            <a:off x="3779912" y="4725144"/>
            <a:ext cx="4968552" cy="1512168"/>
          </a:xfrm>
          <a:prstGeom prst="wedgeRectCallout">
            <a:avLst>
              <a:gd name="adj1" fmla="val 269"/>
              <a:gd name="adj2" fmla="val -7429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1508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wichtigsten Termine im Überblick</a:t>
            </a:r>
            <a:r>
              <a:rPr lang="de-DE" sz="2400" dirty="0">
                <a:solidFill>
                  <a:srgbClr val="9A0000"/>
                </a:solidFill>
              </a:rPr>
              <a:t> </a:t>
            </a:r>
            <a:r>
              <a:rPr lang="de-DE" sz="2400" dirty="0" smtClean="0">
                <a:solidFill>
                  <a:srgbClr val="9A0000"/>
                </a:solidFill>
              </a:rPr>
              <a:t>(4/7)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8591940"/>
              </p:ext>
            </p:extLst>
          </p:nvPr>
        </p:nvGraphicFramePr>
        <p:xfrm>
          <a:off x="457200" y="1844824"/>
          <a:ext cx="8291515" cy="247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58303"/>
                <a:gridCol w="1658303"/>
                <a:gridCol w="1658303"/>
                <a:gridCol w="1658303"/>
                <a:gridCol w="1658303"/>
              </a:tblGrid>
              <a:tr h="165600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12. </a:t>
                      </a:r>
                      <a:b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de-DE" sz="2800" kern="12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März</a:t>
                      </a:r>
                      <a:endParaRPr lang="de-DE" sz="2800" kern="1200" dirty="0">
                        <a:solidFill>
                          <a:schemeClr val="bg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24.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April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26.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Mai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1.</a:t>
                      </a: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 </a:t>
                      </a:r>
                      <a:b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</a:br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Juli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800" dirty="0" smtClean="0">
                          <a:solidFill>
                            <a:schemeClr val="bg1"/>
                          </a:solidFill>
                        </a:rPr>
                        <a:t>15.</a:t>
                      </a:r>
                      <a:r>
                        <a:rPr lang="de-DE" sz="2400" dirty="0" smtClean="0">
                          <a:solidFill>
                            <a:schemeClr val="bg1"/>
                          </a:solidFill>
                        </a:rPr>
                        <a:t> September</a:t>
                      </a:r>
                      <a:endParaRPr lang="de-DE" sz="2400" dirty="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92000"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Thema</a:t>
                      </a:r>
                      <a:endParaRPr lang="de-DE" sz="24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2400" dirty="0" smtClean="0">
                          <a:solidFill>
                            <a:schemeClr val="tx1"/>
                          </a:solidFill>
                        </a:rPr>
                        <a:t>Thema in zwei Zeilen</a:t>
                      </a:r>
                      <a:endParaRPr lang="de-DE" sz="2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571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3" name="Rechteckige Legende 2"/>
          <p:cNvSpPr/>
          <p:nvPr/>
        </p:nvSpPr>
        <p:spPr>
          <a:xfrm>
            <a:off x="3779912" y="4725144"/>
            <a:ext cx="4968552" cy="1512168"/>
          </a:xfrm>
          <a:prstGeom prst="wedgeRectCallout">
            <a:avLst>
              <a:gd name="adj1" fmla="val 34162"/>
              <a:gd name="adj2" fmla="val -74794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4026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7910883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Den Projektablauf mit einem 2D- oder 3D-Zeitstrahl darstellen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Terminübersichten mit Platz für Detailinformationen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Alle Projektphasen auf einen Blick per Gantt-Darstellung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Projektstart einmal anders mit einer Filmklappe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409036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des Projekts auf einen Blick (1/6)</a:t>
            </a:r>
            <a:endParaRPr lang="de-DE" dirty="0"/>
          </a:p>
        </p:txBody>
      </p:sp>
      <p:graphicFrame>
        <p:nvGraphicFramePr>
          <p:cNvPr id="6" name="Inhaltsplatzhalt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9451256"/>
              </p:ext>
            </p:extLst>
          </p:nvPr>
        </p:nvGraphicFramePr>
        <p:xfrm>
          <a:off x="457200" y="1557338"/>
          <a:ext cx="8291512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6439"/>
                <a:gridCol w="1036439"/>
                <a:gridCol w="1036439"/>
                <a:gridCol w="1036439"/>
                <a:gridCol w="1036439"/>
                <a:gridCol w="1036439"/>
                <a:gridCol w="1036439"/>
                <a:gridCol w="1036439"/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39881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des Projekts auf einen </a:t>
            </a:r>
            <a:r>
              <a:rPr lang="de-DE" dirty="0"/>
              <a:t>Blick </a:t>
            </a:r>
            <a:r>
              <a:rPr lang="de-DE" dirty="0" smtClean="0"/>
              <a:t>(2/6</a:t>
            </a:r>
            <a:r>
              <a:rPr lang="de-DE" dirty="0"/>
              <a:t>)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0493220"/>
              </p:ext>
            </p:extLst>
          </p:nvPr>
        </p:nvGraphicFramePr>
        <p:xfrm>
          <a:off x="457200" y="1557338"/>
          <a:ext cx="8280968" cy="222504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0000"/>
                <a:gridCol w="828092"/>
                <a:gridCol w="828092"/>
                <a:gridCol w="828092"/>
                <a:gridCol w="828092"/>
                <a:gridCol w="828092"/>
                <a:gridCol w="828092"/>
                <a:gridCol w="1512416"/>
              </a:tblGrid>
              <a:tr h="370840"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5125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des Projekts auf einen </a:t>
            </a:r>
            <a:r>
              <a:rPr lang="de-DE" dirty="0"/>
              <a:t>Blick </a:t>
            </a:r>
            <a:r>
              <a:rPr lang="de-DE" dirty="0" smtClean="0"/>
              <a:t>(3/6</a:t>
            </a:r>
            <a:r>
              <a:rPr lang="de-DE" dirty="0"/>
              <a:t>)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0504427"/>
              </p:ext>
            </p:extLst>
          </p:nvPr>
        </p:nvGraphicFramePr>
        <p:xfrm>
          <a:off x="457200" y="1557338"/>
          <a:ext cx="8280968" cy="324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0000"/>
                <a:gridCol w="828092"/>
                <a:gridCol w="828092"/>
                <a:gridCol w="828092"/>
                <a:gridCol w="828092"/>
                <a:gridCol w="828092"/>
                <a:gridCol w="828092"/>
                <a:gridCol w="1512416"/>
              </a:tblGrid>
              <a:tr h="540000">
                <a:tc>
                  <a:txBody>
                    <a:bodyPr/>
                    <a:lstStyle/>
                    <a:p>
                      <a:r>
                        <a:rPr lang="de-DE" b="0" dirty="0" smtClean="0"/>
                        <a:t>Phase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Jul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Aug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Sep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Okt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Nov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Dez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/>
                        <a:t>Bemerkung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Konfiguration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Testphase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Prototyp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Produktserie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Feldtest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447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des Projekts auf einen </a:t>
            </a:r>
            <a:r>
              <a:rPr lang="de-DE" dirty="0"/>
              <a:t>Blick </a:t>
            </a:r>
            <a:r>
              <a:rPr lang="de-DE" dirty="0" smtClean="0"/>
              <a:t>(4/6</a:t>
            </a:r>
            <a:r>
              <a:rPr lang="de-DE" dirty="0"/>
              <a:t>)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880660"/>
              </p:ext>
            </p:extLst>
          </p:nvPr>
        </p:nvGraphicFramePr>
        <p:xfrm>
          <a:off x="457200" y="1557338"/>
          <a:ext cx="8280968" cy="324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0000"/>
                <a:gridCol w="828092"/>
                <a:gridCol w="828092"/>
                <a:gridCol w="828092"/>
                <a:gridCol w="828092"/>
                <a:gridCol w="828092"/>
                <a:gridCol w="828092"/>
                <a:gridCol w="1512416"/>
              </a:tblGrid>
              <a:tr h="540000">
                <a:tc>
                  <a:txBody>
                    <a:bodyPr/>
                    <a:lstStyle/>
                    <a:p>
                      <a:r>
                        <a:rPr lang="de-DE" b="0" dirty="0" smtClean="0"/>
                        <a:t>Phase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Jul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Aug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Sep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Okt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Nov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Dez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/>
                        <a:t>Bemerkung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Konfiguration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Testphase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Prototyp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Produktserie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Feldtest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Rechteck 2"/>
          <p:cNvSpPr/>
          <p:nvPr/>
        </p:nvSpPr>
        <p:spPr>
          <a:xfrm>
            <a:off x="2339752" y="2191602"/>
            <a:ext cx="432048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2866479" y="2729825"/>
            <a:ext cx="1008112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652120" y="4344495"/>
            <a:ext cx="540630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aute 13"/>
          <p:cNvSpPr/>
          <p:nvPr/>
        </p:nvSpPr>
        <p:spPr>
          <a:xfrm>
            <a:off x="3944763" y="3306929"/>
            <a:ext cx="288000" cy="288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4" name="Rechteck 33"/>
          <p:cNvSpPr/>
          <p:nvPr/>
        </p:nvSpPr>
        <p:spPr>
          <a:xfrm>
            <a:off x="4330373" y="3806271"/>
            <a:ext cx="1213735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8276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des Projekts auf einen </a:t>
            </a:r>
            <a:r>
              <a:rPr lang="de-DE" dirty="0"/>
              <a:t>Blick </a:t>
            </a:r>
            <a:r>
              <a:rPr lang="de-DE" dirty="0" smtClean="0"/>
              <a:t>(5/6</a:t>
            </a:r>
            <a:r>
              <a:rPr lang="de-DE" dirty="0"/>
              <a:t>)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184540"/>
              </p:ext>
            </p:extLst>
          </p:nvPr>
        </p:nvGraphicFramePr>
        <p:xfrm>
          <a:off x="457200" y="1557338"/>
          <a:ext cx="8280968" cy="324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0000"/>
                <a:gridCol w="828092"/>
                <a:gridCol w="828092"/>
                <a:gridCol w="828092"/>
                <a:gridCol w="828092"/>
                <a:gridCol w="828092"/>
                <a:gridCol w="828092"/>
                <a:gridCol w="1512416"/>
              </a:tblGrid>
              <a:tr h="540000">
                <a:tc>
                  <a:txBody>
                    <a:bodyPr/>
                    <a:lstStyle/>
                    <a:p>
                      <a:r>
                        <a:rPr lang="de-DE" b="0" dirty="0" smtClean="0"/>
                        <a:t>Phase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Jul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Aug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Sep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Okt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Nov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Dez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/>
                        <a:t>Bemerkung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Konfiguration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Testphase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Prototyp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Produktserie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Feldtest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Rechteck 2"/>
          <p:cNvSpPr/>
          <p:nvPr/>
        </p:nvSpPr>
        <p:spPr>
          <a:xfrm>
            <a:off x="2339752" y="2191602"/>
            <a:ext cx="432048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2866479" y="2729825"/>
            <a:ext cx="1008112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4330373" y="3806271"/>
            <a:ext cx="1213735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5652120" y="4344495"/>
            <a:ext cx="540630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aute 13"/>
          <p:cNvSpPr/>
          <p:nvPr/>
        </p:nvSpPr>
        <p:spPr>
          <a:xfrm>
            <a:off x="3944763" y="3306929"/>
            <a:ext cx="288000" cy="288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7" name="Gewinkelte Verbindung 6"/>
          <p:cNvCxnSpPr>
            <a:stCxn id="3" idx="3"/>
            <a:endCxn id="6" idx="1"/>
          </p:cNvCxnSpPr>
          <p:nvPr/>
        </p:nvCxnSpPr>
        <p:spPr>
          <a:xfrm>
            <a:off x="2771800" y="2370841"/>
            <a:ext cx="94679" cy="538223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winkelte Verbindung 11"/>
          <p:cNvCxnSpPr>
            <a:stCxn id="6" idx="3"/>
            <a:endCxn id="14" idx="1"/>
          </p:cNvCxnSpPr>
          <p:nvPr/>
        </p:nvCxnSpPr>
        <p:spPr>
          <a:xfrm>
            <a:off x="3874591" y="2909064"/>
            <a:ext cx="70172" cy="541865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Gewinkelte Verbindung 15"/>
          <p:cNvCxnSpPr>
            <a:stCxn id="14" idx="3"/>
            <a:endCxn id="8" idx="1"/>
          </p:cNvCxnSpPr>
          <p:nvPr/>
        </p:nvCxnSpPr>
        <p:spPr>
          <a:xfrm>
            <a:off x="4232763" y="3450929"/>
            <a:ext cx="97610" cy="534581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Gewinkelte Verbindung 17"/>
          <p:cNvCxnSpPr>
            <a:stCxn id="8" idx="3"/>
            <a:endCxn id="9" idx="1"/>
          </p:cNvCxnSpPr>
          <p:nvPr/>
        </p:nvCxnSpPr>
        <p:spPr>
          <a:xfrm>
            <a:off x="5544108" y="3985510"/>
            <a:ext cx="108012" cy="538224"/>
          </a:xfrm>
          <a:prstGeom prst="bentConnector3">
            <a:avLst>
              <a:gd name="adj1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8918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Phasen des Projekts auf einen </a:t>
            </a:r>
            <a:r>
              <a:rPr lang="de-DE" dirty="0"/>
              <a:t>Blick </a:t>
            </a:r>
            <a:r>
              <a:rPr lang="de-DE" dirty="0" smtClean="0"/>
              <a:t>(6/6</a:t>
            </a:r>
            <a:r>
              <a:rPr lang="de-DE" dirty="0"/>
              <a:t>)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0897891"/>
              </p:ext>
            </p:extLst>
          </p:nvPr>
        </p:nvGraphicFramePr>
        <p:xfrm>
          <a:off x="457200" y="1557338"/>
          <a:ext cx="8280968" cy="324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0000"/>
                <a:gridCol w="828092"/>
                <a:gridCol w="828092"/>
                <a:gridCol w="828092"/>
                <a:gridCol w="828092"/>
                <a:gridCol w="828092"/>
                <a:gridCol w="828092"/>
                <a:gridCol w="1512416"/>
              </a:tblGrid>
              <a:tr h="540000">
                <a:tc>
                  <a:txBody>
                    <a:bodyPr/>
                    <a:lstStyle/>
                    <a:p>
                      <a:r>
                        <a:rPr lang="de-DE" b="0" dirty="0" smtClean="0"/>
                        <a:t>Phase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Jul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Aug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Sep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Okt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Nov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Dez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/>
                        <a:t>Bemerkung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Konfiguration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Testphase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Prototyp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Produktserie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Feldtest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Rechteck 2"/>
          <p:cNvSpPr/>
          <p:nvPr/>
        </p:nvSpPr>
        <p:spPr>
          <a:xfrm>
            <a:off x="2339752" y="2191602"/>
            <a:ext cx="432048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2770158" y="2729825"/>
            <a:ext cx="1255038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3923927" y="3806271"/>
            <a:ext cx="1512168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6228186" y="4344495"/>
            <a:ext cx="540630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3708361" y="2729825"/>
            <a:ext cx="316835" cy="35847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5436096" y="3806271"/>
            <a:ext cx="792090" cy="35847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aute 13"/>
          <p:cNvSpPr/>
          <p:nvPr/>
        </p:nvSpPr>
        <p:spPr>
          <a:xfrm>
            <a:off x="3571203" y="3306929"/>
            <a:ext cx="288000" cy="288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94044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9" grpId="0" animBg="1"/>
      <p:bldP spid="11" grpId="0" animBg="1"/>
      <p:bldP spid="13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D:\Users\SCHIEC~1\AppData\Local\Temp\SNAGHTML1d9bfde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598" y="2003954"/>
            <a:ext cx="1797603" cy="2996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Wiederverwendbare Bausteine</a:t>
            </a:r>
            <a:endParaRPr lang="de-DE" dirty="0"/>
          </a:p>
        </p:txBody>
      </p:sp>
      <p:sp>
        <p:nvSpPr>
          <p:cNvPr id="3" name="Rechteck 2"/>
          <p:cNvSpPr/>
          <p:nvPr/>
        </p:nvSpPr>
        <p:spPr>
          <a:xfrm>
            <a:off x="611560" y="2950487"/>
            <a:ext cx="360000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/>
          <p:cNvSpPr/>
          <p:nvPr/>
        </p:nvSpPr>
        <p:spPr>
          <a:xfrm>
            <a:off x="611560" y="3766588"/>
            <a:ext cx="900000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611560" y="4582690"/>
            <a:ext cx="1440000" cy="3584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3779792" y="2950487"/>
            <a:ext cx="360000" cy="35847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hteck 6"/>
          <p:cNvSpPr/>
          <p:nvPr/>
        </p:nvSpPr>
        <p:spPr>
          <a:xfrm>
            <a:off x="4860032" y="2950487"/>
            <a:ext cx="360000" cy="35847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aute 7"/>
          <p:cNvSpPr/>
          <p:nvPr/>
        </p:nvSpPr>
        <p:spPr>
          <a:xfrm>
            <a:off x="7160293" y="2950487"/>
            <a:ext cx="288000" cy="288000"/>
          </a:xfrm>
          <a:prstGeom prst="diamond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/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3239792" y="3766588"/>
            <a:ext cx="900000" cy="35847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2699792" y="4582690"/>
            <a:ext cx="1440000" cy="358478"/>
          </a:xfrm>
          <a:prstGeom prst="rect">
            <a:avLst/>
          </a:prstGeom>
          <a:solidFill>
            <a:srgbClr val="92D050"/>
          </a:solidFill>
          <a:ln>
            <a:noFill/>
          </a:ln>
          <a:effec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4860032" y="3766588"/>
            <a:ext cx="900000" cy="35847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4860032" y="4582690"/>
            <a:ext cx="1440000" cy="35847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1026" name="Picture 2" descr="D:\Users\SCHIEC~1\AppData\Local\Temp\SNAGHTML1d3fee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458" y="1947244"/>
            <a:ext cx="1436334" cy="51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:\Users\SCHIEC~1\AppData\Local\Temp\SNAGHTML1d68fa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9" y="1947243"/>
            <a:ext cx="1436334" cy="51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4" descr="D:\Users\SCHIEC~1\AppData\Local\Temp\SNAGHTML1d68faa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947243"/>
            <a:ext cx="1436334" cy="515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Gerade Verbindung 13"/>
          <p:cNvCxnSpPr/>
          <p:nvPr/>
        </p:nvCxnSpPr>
        <p:spPr>
          <a:xfrm>
            <a:off x="2389089" y="1920394"/>
            <a:ext cx="0" cy="313200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18"/>
          <p:cNvCxnSpPr/>
          <p:nvPr/>
        </p:nvCxnSpPr>
        <p:spPr>
          <a:xfrm>
            <a:off x="4522663" y="1920394"/>
            <a:ext cx="0" cy="313200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Gerade Verbindung 19"/>
          <p:cNvCxnSpPr/>
          <p:nvPr/>
        </p:nvCxnSpPr>
        <p:spPr>
          <a:xfrm>
            <a:off x="6603338" y="1920394"/>
            <a:ext cx="0" cy="3132000"/>
          </a:xfrm>
          <a:prstGeom prst="line">
            <a:avLst/>
          </a:prstGeom>
          <a:ln w="28575">
            <a:solidFill>
              <a:schemeClr val="bg2">
                <a:lumMod val="7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324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8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out)">
                                      <p:cBhvr>
                                        <p:cTn id="4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Übersicht für </a:t>
            </a:r>
            <a:r>
              <a:rPr lang="de-DE" dirty="0" smtClean="0"/>
              <a:t>6 Monate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108819"/>
              </p:ext>
            </p:extLst>
          </p:nvPr>
        </p:nvGraphicFramePr>
        <p:xfrm>
          <a:off x="457200" y="1557338"/>
          <a:ext cx="8280968" cy="324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800000"/>
                <a:gridCol w="828092"/>
                <a:gridCol w="828092"/>
                <a:gridCol w="828092"/>
                <a:gridCol w="828092"/>
                <a:gridCol w="828092"/>
                <a:gridCol w="828092"/>
                <a:gridCol w="1512416"/>
              </a:tblGrid>
              <a:tr h="540000">
                <a:tc>
                  <a:txBody>
                    <a:bodyPr/>
                    <a:lstStyle/>
                    <a:p>
                      <a:r>
                        <a:rPr lang="de-DE" b="0" dirty="0" smtClean="0"/>
                        <a:t>Phase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Jul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Aug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Sep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Okt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Nov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b="0" dirty="0" smtClean="0"/>
                        <a:t>Dez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/>
                        <a:t>Bemerkung</a:t>
                      </a:r>
                      <a:endParaRPr lang="de-DE" b="0" dirty="0"/>
                    </a:p>
                  </a:txBody>
                  <a:tcPr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Konfiguration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dirty="0" smtClean="0"/>
                        <a:t>Testphase</a:t>
                      </a:r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Prototyp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Produktserie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dirty="0" smtClean="0"/>
                        <a:t>Feldtest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9653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Übersicht für 12 Monate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0186453"/>
              </p:ext>
            </p:extLst>
          </p:nvPr>
        </p:nvGraphicFramePr>
        <p:xfrm>
          <a:off x="457200" y="1557338"/>
          <a:ext cx="8291266" cy="3240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437152"/>
                <a:gridCol w="479051"/>
                <a:gridCol w="479051"/>
                <a:gridCol w="479051"/>
                <a:gridCol w="479051"/>
                <a:gridCol w="479051"/>
                <a:gridCol w="479051"/>
                <a:gridCol w="479051"/>
                <a:gridCol w="479051"/>
                <a:gridCol w="479051"/>
                <a:gridCol w="479051"/>
                <a:gridCol w="479051"/>
                <a:gridCol w="479051"/>
                <a:gridCol w="1105502"/>
              </a:tblGrid>
              <a:tr h="540000">
                <a:tc>
                  <a:txBody>
                    <a:bodyPr/>
                    <a:lstStyle/>
                    <a:p>
                      <a:pPr marL="90488" indent="0"/>
                      <a:r>
                        <a:rPr lang="de-DE" sz="1600" b="0" dirty="0" smtClean="0"/>
                        <a:t>Phase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Jan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Feb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Mrz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Apr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Mai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Jun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Jul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Aug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Sep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Okt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Nov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1600" b="0" dirty="0" smtClean="0"/>
                        <a:t>Dez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sz="1600" b="0" dirty="0" smtClean="0"/>
                        <a:t>Bemerkung</a:t>
                      </a:r>
                      <a:endParaRPr lang="de-DE" sz="1600" b="0" dirty="0"/>
                    </a:p>
                  </a:txBody>
                  <a:tcPr marL="36000" marR="36000" marT="46800" marB="46800" anchor="ctr">
                    <a:solidFill>
                      <a:schemeClr val="bg1">
                        <a:lumMod val="50000"/>
                      </a:schemeClr>
                    </a:solidFill>
                  </a:tcPr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Konfiguration</a:t>
                      </a:r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r>
                        <a:rPr lang="de-DE" sz="1600" dirty="0" smtClean="0"/>
                        <a:t>Testphase</a:t>
                      </a:r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smtClean="0"/>
                        <a:t>Prototyp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smtClean="0"/>
                        <a:t>Produktserie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/>
                    </a:p>
                  </a:txBody>
                  <a:tcPr anchor="ctr"/>
                </a:tc>
              </a:tr>
              <a:tr h="5400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600" dirty="0" smtClean="0"/>
                        <a:t>Feldtest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de-DE" sz="1600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951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Die Beispiele in dieser Datei</a:t>
            </a:r>
            <a:endParaRPr lang="de-DE" dirty="0"/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9982793"/>
              </p:ext>
            </p:extLst>
          </p:nvPr>
        </p:nvGraphicFramePr>
        <p:xfrm>
          <a:off x="457200" y="1557338"/>
          <a:ext cx="8291264" cy="288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8562"/>
                <a:gridCol w="7582702"/>
              </a:tblGrid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1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Den Projektablauf mit einem 2D- oder 3D-Zeitstrahl darstellen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2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Terminübersichten mit Platz für Detailinformationen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3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dk1">
                              <a:lumMod val="100000"/>
                            </a:schemeClr>
                          </a:solidFill>
                        </a:rPr>
                        <a:t>Alle Projektphasen auf einen Blick per Gantt-Darstellung</a:t>
                      </a:r>
                      <a:endParaRPr lang="de-DE" b="0" dirty="0">
                        <a:solidFill>
                          <a:schemeClr val="dk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100000"/>
                      </a:schemeClr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ctr"/>
                      <a:r>
                        <a:rPr lang="de-DE" b="1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4</a:t>
                      </a:r>
                      <a:endParaRPr lang="de-DE" b="1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2">
                        <a:lumMod val="10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de-DE" b="0" dirty="0" smtClean="0">
                          <a:solidFill>
                            <a:schemeClr val="bg1">
                              <a:lumMod val="100000"/>
                            </a:schemeClr>
                          </a:solidFill>
                        </a:rPr>
                        <a:t>Projektstart einmal anders mit einer Filmklappe</a:t>
                      </a:r>
                      <a:endParaRPr lang="de-DE" b="0" dirty="0">
                        <a:solidFill>
                          <a:schemeClr val="bg1">
                            <a:lumMod val="100000"/>
                          </a:schemeClr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67409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Wir starten das neue Projekt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>
          <a:xfrm>
            <a:off x="1457349" y="1982738"/>
            <a:ext cx="4698827" cy="469883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hteck 8"/>
          <p:cNvSpPr/>
          <p:nvPr/>
        </p:nvSpPr>
        <p:spPr>
          <a:xfrm>
            <a:off x="1457349" y="2828526"/>
            <a:ext cx="4698827" cy="530710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Rechteck 9"/>
          <p:cNvSpPr/>
          <p:nvPr/>
        </p:nvSpPr>
        <p:spPr>
          <a:xfrm>
            <a:off x="1457349" y="3425858"/>
            <a:ext cx="4698827" cy="2767028"/>
          </a:xfrm>
          <a:prstGeom prst="rect">
            <a:avLst/>
          </a:prstGeom>
          <a:solidFill>
            <a:schemeClr val="bg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winkliges Dreieck 10"/>
          <p:cNvSpPr/>
          <p:nvPr/>
        </p:nvSpPr>
        <p:spPr>
          <a:xfrm>
            <a:off x="611560" y="1700808"/>
            <a:ext cx="1033742" cy="1033742"/>
          </a:xfrm>
          <a:prstGeom prst="rtTriangle">
            <a:avLst/>
          </a:prstGeom>
          <a:solidFill>
            <a:schemeClr val="bg2">
              <a:lumMod val="7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Parallelogramm 11"/>
          <p:cNvSpPr/>
          <p:nvPr/>
        </p:nvSpPr>
        <p:spPr>
          <a:xfrm>
            <a:off x="1567263" y="2899612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Parallelogramm 12"/>
          <p:cNvSpPr/>
          <p:nvPr/>
        </p:nvSpPr>
        <p:spPr>
          <a:xfrm>
            <a:off x="3456253" y="2899612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arallelogramm 13"/>
          <p:cNvSpPr/>
          <p:nvPr/>
        </p:nvSpPr>
        <p:spPr>
          <a:xfrm>
            <a:off x="4400747" y="2899612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Parallelogramm 14"/>
          <p:cNvSpPr/>
          <p:nvPr/>
        </p:nvSpPr>
        <p:spPr>
          <a:xfrm>
            <a:off x="5345241" y="2899612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Parallelogramm 15"/>
          <p:cNvSpPr/>
          <p:nvPr/>
        </p:nvSpPr>
        <p:spPr>
          <a:xfrm>
            <a:off x="2511758" y="2899612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Parallelogramm 16"/>
          <p:cNvSpPr/>
          <p:nvPr/>
        </p:nvSpPr>
        <p:spPr>
          <a:xfrm flipV="1">
            <a:off x="1567263" y="2023409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Parallelogramm 17"/>
          <p:cNvSpPr/>
          <p:nvPr/>
        </p:nvSpPr>
        <p:spPr>
          <a:xfrm flipV="1">
            <a:off x="3456253" y="2023409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Parallelogramm 18"/>
          <p:cNvSpPr/>
          <p:nvPr/>
        </p:nvSpPr>
        <p:spPr>
          <a:xfrm flipV="1">
            <a:off x="4400747" y="2023409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Parallelogramm 19"/>
          <p:cNvSpPr/>
          <p:nvPr/>
        </p:nvSpPr>
        <p:spPr>
          <a:xfrm flipV="1">
            <a:off x="5345241" y="2023409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Parallelogramm 20"/>
          <p:cNvSpPr/>
          <p:nvPr/>
        </p:nvSpPr>
        <p:spPr>
          <a:xfrm flipV="1">
            <a:off x="2511758" y="2023409"/>
            <a:ext cx="785053" cy="388541"/>
          </a:xfrm>
          <a:prstGeom prst="parallelogram">
            <a:avLst>
              <a:gd name="adj" fmla="val 787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2" name="Ellipse 21"/>
          <p:cNvSpPr/>
          <p:nvPr/>
        </p:nvSpPr>
        <p:spPr>
          <a:xfrm>
            <a:off x="662024" y="1928913"/>
            <a:ext cx="93977" cy="939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3" name="Ellipse 22"/>
          <p:cNvSpPr/>
          <p:nvPr/>
        </p:nvSpPr>
        <p:spPr>
          <a:xfrm>
            <a:off x="662024" y="2565245"/>
            <a:ext cx="93977" cy="939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4" name="Ellipse 23"/>
          <p:cNvSpPr/>
          <p:nvPr/>
        </p:nvSpPr>
        <p:spPr>
          <a:xfrm>
            <a:off x="1281828" y="2565245"/>
            <a:ext cx="93977" cy="939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767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Wir starten das neue Projekt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1457349" y="3614300"/>
            <a:ext cx="4698827" cy="276702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/>
          <p:cNvGrpSpPr/>
          <p:nvPr/>
        </p:nvGrpSpPr>
        <p:grpSpPr>
          <a:xfrm>
            <a:off x="1457349" y="3083874"/>
            <a:ext cx="4698827" cy="530710"/>
            <a:chOff x="1457349" y="2828526"/>
            <a:chExt cx="4698827" cy="530710"/>
          </a:xfrm>
        </p:grpSpPr>
        <p:sp>
          <p:nvSpPr>
            <p:cNvPr id="9" name="Rechteck 8"/>
            <p:cNvSpPr/>
            <p:nvPr/>
          </p:nvSpPr>
          <p:spPr>
            <a:xfrm>
              <a:off x="1457349" y="2828526"/>
              <a:ext cx="4698827" cy="53071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Parallelogramm 11"/>
            <p:cNvSpPr/>
            <p:nvPr/>
          </p:nvSpPr>
          <p:spPr>
            <a:xfrm>
              <a:off x="1567263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Parallelogramm 12"/>
            <p:cNvSpPr/>
            <p:nvPr/>
          </p:nvSpPr>
          <p:spPr>
            <a:xfrm>
              <a:off x="3456253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Parallelogramm 13"/>
            <p:cNvSpPr/>
            <p:nvPr/>
          </p:nvSpPr>
          <p:spPr>
            <a:xfrm>
              <a:off x="4400747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Parallelogramm 14"/>
            <p:cNvSpPr/>
            <p:nvPr/>
          </p:nvSpPr>
          <p:spPr>
            <a:xfrm>
              <a:off x="5345241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/>
            <p:cNvSpPr/>
            <p:nvPr/>
          </p:nvSpPr>
          <p:spPr>
            <a:xfrm>
              <a:off x="2511758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" name="Gruppieren 2"/>
          <p:cNvGrpSpPr/>
          <p:nvPr/>
        </p:nvGrpSpPr>
        <p:grpSpPr>
          <a:xfrm rot="20760000">
            <a:off x="1449915" y="2077005"/>
            <a:ext cx="4698827" cy="469883"/>
            <a:chOff x="1457349" y="1982738"/>
            <a:chExt cx="4698827" cy="469883"/>
          </a:xfrm>
        </p:grpSpPr>
        <p:sp>
          <p:nvSpPr>
            <p:cNvPr id="8" name="Rechteck 7"/>
            <p:cNvSpPr/>
            <p:nvPr/>
          </p:nvSpPr>
          <p:spPr>
            <a:xfrm>
              <a:off x="1457349" y="1982738"/>
              <a:ext cx="4698827" cy="469883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Parallelogramm 16"/>
            <p:cNvSpPr/>
            <p:nvPr/>
          </p:nvSpPr>
          <p:spPr>
            <a:xfrm flipV="1">
              <a:off x="1567263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Parallelogramm 17"/>
            <p:cNvSpPr/>
            <p:nvPr/>
          </p:nvSpPr>
          <p:spPr>
            <a:xfrm flipV="1">
              <a:off x="3456253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Parallelogramm 18"/>
            <p:cNvSpPr/>
            <p:nvPr/>
          </p:nvSpPr>
          <p:spPr>
            <a:xfrm flipV="1">
              <a:off x="4400747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Parallelogramm 19"/>
            <p:cNvSpPr/>
            <p:nvPr/>
          </p:nvSpPr>
          <p:spPr>
            <a:xfrm flipV="1">
              <a:off x="5345241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Parallelogramm 20"/>
            <p:cNvSpPr/>
            <p:nvPr/>
          </p:nvSpPr>
          <p:spPr>
            <a:xfrm flipV="1">
              <a:off x="2511758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" name="Gruppieren 3"/>
          <p:cNvGrpSpPr/>
          <p:nvPr/>
        </p:nvGrpSpPr>
        <p:grpSpPr>
          <a:xfrm>
            <a:off x="1433718" y="2569261"/>
            <a:ext cx="1033742" cy="1033742"/>
            <a:chOff x="611560" y="1700808"/>
            <a:chExt cx="1033742" cy="1033742"/>
          </a:xfrm>
        </p:grpSpPr>
        <p:sp>
          <p:nvSpPr>
            <p:cNvPr id="29" name="Rechtwinkliges Dreieck 28"/>
            <p:cNvSpPr/>
            <p:nvPr/>
          </p:nvSpPr>
          <p:spPr>
            <a:xfrm>
              <a:off x="611560" y="1700808"/>
              <a:ext cx="1033742" cy="1033742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Ellipse 29"/>
            <p:cNvSpPr/>
            <p:nvPr/>
          </p:nvSpPr>
          <p:spPr>
            <a:xfrm>
              <a:off x="662024" y="1928913"/>
              <a:ext cx="93977" cy="9397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Ellipse 30"/>
            <p:cNvSpPr/>
            <p:nvPr/>
          </p:nvSpPr>
          <p:spPr>
            <a:xfrm>
              <a:off x="662024" y="2565245"/>
              <a:ext cx="93977" cy="9397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Ellipse 31"/>
            <p:cNvSpPr/>
            <p:nvPr/>
          </p:nvSpPr>
          <p:spPr>
            <a:xfrm>
              <a:off x="1281828" y="2565245"/>
              <a:ext cx="93977" cy="9397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3" name="Textfeld 32"/>
          <p:cNvSpPr txBox="1"/>
          <p:nvPr/>
        </p:nvSpPr>
        <p:spPr>
          <a:xfrm>
            <a:off x="1654260" y="3831795"/>
            <a:ext cx="176561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de-DE" dirty="0" smtClean="0">
                <a:solidFill>
                  <a:schemeClr val="bg1"/>
                </a:solidFill>
              </a:rPr>
              <a:t>Projekt </a:t>
            </a:r>
          </a:p>
          <a:p>
            <a:pPr>
              <a:spcBef>
                <a:spcPts val="2400"/>
              </a:spcBef>
            </a:pPr>
            <a:r>
              <a:rPr lang="de-DE" dirty="0" smtClean="0">
                <a:solidFill>
                  <a:schemeClr val="bg1"/>
                </a:solidFill>
              </a:rPr>
              <a:t>Verantwortlicher</a:t>
            </a:r>
          </a:p>
          <a:p>
            <a:pPr>
              <a:spcBef>
                <a:spcPts val="2400"/>
              </a:spcBef>
            </a:pPr>
            <a:r>
              <a:rPr lang="de-DE" dirty="0" smtClean="0">
                <a:solidFill>
                  <a:schemeClr val="bg1"/>
                </a:solidFill>
              </a:rPr>
              <a:t>Geplante Kosten</a:t>
            </a:r>
          </a:p>
          <a:p>
            <a:pPr>
              <a:spcBef>
                <a:spcPts val="2400"/>
              </a:spcBef>
            </a:pP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34" name="Gerade Verbindung 33"/>
          <p:cNvCxnSpPr/>
          <p:nvPr/>
        </p:nvCxnSpPr>
        <p:spPr>
          <a:xfrm>
            <a:off x="3455305" y="4112505"/>
            <a:ext cx="2393272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3455305" y="4694742"/>
            <a:ext cx="2393272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Gerade Verbindung 35"/>
          <p:cNvCxnSpPr/>
          <p:nvPr/>
        </p:nvCxnSpPr>
        <p:spPr>
          <a:xfrm>
            <a:off x="3455305" y="5279263"/>
            <a:ext cx="2393272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feld 36"/>
          <p:cNvSpPr txBox="1"/>
          <p:nvPr/>
        </p:nvSpPr>
        <p:spPr>
          <a:xfrm>
            <a:off x="1654260" y="5770787"/>
            <a:ext cx="63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Start</a:t>
            </a:r>
          </a:p>
        </p:txBody>
      </p:sp>
      <p:sp>
        <p:nvSpPr>
          <p:cNvPr id="38" name="Textfeld 37"/>
          <p:cNvSpPr txBox="1"/>
          <p:nvPr/>
        </p:nvSpPr>
        <p:spPr>
          <a:xfrm>
            <a:off x="3990697" y="5770787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Ende</a:t>
            </a:r>
            <a:endParaRPr lang="de-DE" dirty="0"/>
          </a:p>
        </p:txBody>
      </p:sp>
      <p:cxnSp>
        <p:nvCxnSpPr>
          <p:cNvPr id="39" name="Gerade Verbindung 38"/>
          <p:cNvCxnSpPr/>
          <p:nvPr/>
        </p:nvCxnSpPr>
        <p:spPr>
          <a:xfrm>
            <a:off x="4648031" y="6050548"/>
            <a:ext cx="1200546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Gerade Verbindung 39"/>
          <p:cNvCxnSpPr/>
          <p:nvPr/>
        </p:nvCxnSpPr>
        <p:spPr>
          <a:xfrm>
            <a:off x="2286549" y="6050548"/>
            <a:ext cx="1200546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33174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smtClean="0"/>
              <a:t>Wir starten das neue Projekt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1457349" y="3614300"/>
            <a:ext cx="4698827" cy="2767028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2" name="Gruppieren 1"/>
          <p:cNvGrpSpPr/>
          <p:nvPr/>
        </p:nvGrpSpPr>
        <p:grpSpPr>
          <a:xfrm>
            <a:off x="1457349" y="3083874"/>
            <a:ext cx="4698827" cy="530710"/>
            <a:chOff x="1457349" y="2828526"/>
            <a:chExt cx="4698827" cy="530710"/>
          </a:xfrm>
        </p:grpSpPr>
        <p:sp>
          <p:nvSpPr>
            <p:cNvPr id="9" name="Rechteck 8"/>
            <p:cNvSpPr/>
            <p:nvPr/>
          </p:nvSpPr>
          <p:spPr>
            <a:xfrm>
              <a:off x="1457349" y="2828526"/>
              <a:ext cx="4698827" cy="530710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Parallelogramm 11"/>
            <p:cNvSpPr/>
            <p:nvPr/>
          </p:nvSpPr>
          <p:spPr>
            <a:xfrm>
              <a:off x="1567263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Parallelogramm 12"/>
            <p:cNvSpPr/>
            <p:nvPr/>
          </p:nvSpPr>
          <p:spPr>
            <a:xfrm>
              <a:off x="3456253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Parallelogramm 13"/>
            <p:cNvSpPr/>
            <p:nvPr/>
          </p:nvSpPr>
          <p:spPr>
            <a:xfrm>
              <a:off x="4400747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Parallelogramm 14"/>
            <p:cNvSpPr/>
            <p:nvPr/>
          </p:nvSpPr>
          <p:spPr>
            <a:xfrm>
              <a:off x="5345241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/>
            <p:cNvSpPr/>
            <p:nvPr/>
          </p:nvSpPr>
          <p:spPr>
            <a:xfrm>
              <a:off x="2511758" y="2899612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" name="Gruppieren 2"/>
          <p:cNvGrpSpPr/>
          <p:nvPr/>
        </p:nvGrpSpPr>
        <p:grpSpPr>
          <a:xfrm>
            <a:off x="1449915" y="2573827"/>
            <a:ext cx="4698827" cy="469883"/>
            <a:chOff x="1457349" y="1982738"/>
            <a:chExt cx="4698827" cy="469883"/>
          </a:xfrm>
        </p:grpSpPr>
        <p:sp>
          <p:nvSpPr>
            <p:cNvPr id="8" name="Rechteck 7"/>
            <p:cNvSpPr/>
            <p:nvPr/>
          </p:nvSpPr>
          <p:spPr>
            <a:xfrm>
              <a:off x="1457349" y="1982738"/>
              <a:ext cx="4698827" cy="469883"/>
            </a:xfrm>
            <a:prstGeom prst="rect">
              <a:avLst/>
            </a:prstGeom>
            <a:solidFill>
              <a:schemeClr val="tx1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Parallelogramm 16"/>
            <p:cNvSpPr/>
            <p:nvPr/>
          </p:nvSpPr>
          <p:spPr>
            <a:xfrm flipV="1">
              <a:off x="1567263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Parallelogramm 17"/>
            <p:cNvSpPr/>
            <p:nvPr/>
          </p:nvSpPr>
          <p:spPr>
            <a:xfrm flipV="1">
              <a:off x="3456253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9" name="Parallelogramm 18"/>
            <p:cNvSpPr/>
            <p:nvPr/>
          </p:nvSpPr>
          <p:spPr>
            <a:xfrm flipV="1">
              <a:off x="4400747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" name="Parallelogramm 19"/>
            <p:cNvSpPr/>
            <p:nvPr/>
          </p:nvSpPr>
          <p:spPr>
            <a:xfrm flipV="1">
              <a:off x="5345241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" name="Parallelogramm 20"/>
            <p:cNvSpPr/>
            <p:nvPr/>
          </p:nvSpPr>
          <p:spPr>
            <a:xfrm flipV="1">
              <a:off x="2511758" y="2023409"/>
              <a:ext cx="785053" cy="388541"/>
            </a:xfrm>
            <a:prstGeom prst="parallelogram">
              <a:avLst>
                <a:gd name="adj" fmla="val 78702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" name="Gruppieren 3"/>
          <p:cNvGrpSpPr/>
          <p:nvPr/>
        </p:nvGrpSpPr>
        <p:grpSpPr>
          <a:xfrm>
            <a:off x="1433718" y="2569261"/>
            <a:ext cx="1033742" cy="1033742"/>
            <a:chOff x="611560" y="1700808"/>
            <a:chExt cx="1033742" cy="1033742"/>
          </a:xfrm>
        </p:grpSpPr>
        <p:sp>
          <p:nvSpPr>
            <p:cNvPr id="29" name="Rechtwinkliges Dreieck 28"/>
            <p:cNvSpPr/>
            <p:nvPr/>
          </p:nvSpPr>
          <p:spPr>
            <a:xfrm>
              <a:off x="611560" y="1700808"/>
              <a:ext cx="1033742" cy="1033742"/>
            </a:xfrm>
            <a:prstGeom prst="rtTriangle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Ellipse 29"/>
            <p:cNvSpPr/>
            <p:nvPr/>
          </p:nvSpPr>
          <p:spPr>
            <a:xfrm>
              <a:off x="662024" y="1928913"/>
              <a:ext cx="93977" cy="9397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Ellipse 30"/>
            <p:cNvSpPr/>
            <p:nvPr/>
          </p:nvSpPr>
          <p:spPr>
            <a:xfrm>
              <a:off x="662024" y="2565245"/>
              <a:ext cx="93977" cy="9397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2" name="Ellipse 31"/>
            <p:cNvSpPr/>
            <p:nvPr/>
          </p:nvSpPr>
          <p:spPr>
            <a:xfrm>
              <a:off x="1281828" y="2565245"/>
              <a:ext cx="93977" cy="9397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" name="Textfeld 4"/>
          <p:cNvSpPr txBox="1"/>
          <p:nvPr/>
        </p:nvSpPr>
        <p:spPr>
          <a:xfrm>
            <a:off x="1654260" y="3831795"/>
            <a:ext cx="1765612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Bef>
                <a:spcPts val="2400"/>
              </a:spcBef>
            </a:pPr>
            <a:r>
              <a:rPr lang="de-DE" dirty="0" smtClean="0">
                <a:solidFill>
                  <a:schemeClr val="bg1"/>
                </a:solidFill>
              </a:rPr>
              <a:t>Projekt </a:t>
            </a:r>
          </a:p>
          <a:p>
            <a:pPr>
              <a:spcBef>
                <a:spcPts val="2400"/>
              </a:spcBef>
            </a:pPr>
            <a:r>
              <a:rPr lang="de-DE" dirty="0" smtClean="0">
                <a:solidFill>
                  <a:schemeClr val="bg1"/>
                </a:solidFill>
              </a:rPr>
              <a:t>Verantwortlicher</a:t>
            </a:r>
          </a:p>
          <a:p>
            <a:pPr>
              <a:spcBef>
                <a:spcPts val="2400"/>
              </a:spcBef>
            </a:pPr>
            <a:r>
              <a:rPr lang="de-DE" dirty="0" smtClean="0">
                <a:solidFill>
                  <a:schemeClr val="bg1"/>
                </a:solidFill>
              </a:rPr>
              <a:t>Geplante Kosten</a:t>
            </a:r>
          </a:p>
          <a:p>
            <a:pPr>
              <a:spcBef>
                <a:spcPts val="2400"/>
              </a:spcBef>
            </a:pPr>
            <a:endParaRPr lang="de-DE" dirty="0">
              <a:solidFill>
                <a:schemeClr val="bg1"/>
              </a:solidFill>
            </a:endParaRPr>
          </a:p>
        </p:txBody>
      </p:sp>
      <p:cxnSp>
        <p:nvCxnSpPr>
          <p:cNvPr id="11" name="Gerade Verbindung 10"/>
          <p:cNvCxnSpPr/>
          <p:nvPr/>
        </p:nvCxnSpPr>
        <p:spPr>
          <a:xfrm>
            <a:off x="3455305" y="4112505"/>
            <a:ext cx="2393272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Gerade Verbindung 26"/>
          <p:cNvCxnSpPr/>
          <p:nvPr/>
        </p:nvCxnSpPr>
        <p:spPr>
          <a:xfrm>
            <a:off x="3455305" y="4694742"/>
            <a:ext cx="2393272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27"/>
          <p:cNvCxnSpPr/>
          <p:nvPr/>
        </p:nvCxnSpPr>
        <p:spPr>
          <a:xfrm>
            <a:off x="3455305" y="5279263"/>
            <a:ext cx="2393272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feld 21"/>
          <p:cNvSpPr txBox="1"/>
          <p:nvPr/>
        </p:nvSpPr>
        <p:spPr>
          <a:xfrm>
            <a:off x="1654260" y="5770787"/>
            <a:ext cx="632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Start</a:t>
            </a:r>
          </a:p>
        </p:txBody>
      </p:sp>
      <p:sp>
        <p:nvSpPr>
          <p:cNvPr id="33" name="Textfeld 32"/>
          <p:cNvSpPr txBox="1"/>
          <p:nvPr/>
        </p:nvSpPr>
        <p:spPr>
          <a:xfrm>
            <a:off x="3990697" y="5770787"/>
            <a:ext cx="6559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de-DE"/>
            </a:defPPr>
            <a:lvl1pPr>
              <a:spcBef>
                <a:spcPts val="2400"/>
              </a:spcBef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 smtClean="0"/>
              <a:t>Ende</a:t>
            </a:r>
            <a:endParaRPr lang="de-DE" dirty="0"/>
          </a:p>
        </p:txBody>
      </p:sp>
      <p:cxnSp>
        <p:nvCxnSpPr>
          <p:cNvPr id="34" name="Gerade Verbindung 33"/>
          <p:cNvCxnSpPr/>
          <p:nvPr/>
        </p:nvCxnSpPr>
        <p:spPr>
          <a:xfrm>
            <a:off x="4648031" y="6050548"/>
            <a:ext cx="1200546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Gerade Verbindung 34"/>
          <p:cNvCxnSpPr/>
          <p:nvPr/>
        </p:nvCxnSpPr>
        <p:spPr>
          <a:xfrm>
            <a:off x="2286549" y="6050548"/>
            <a:ext cx="1200546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779244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GENDASLIDE" val="AgendaSlide"/>
</p:tagLst>
</file>

<file path=ppt/theme/theme1.xml><?xml version="1.0" encoding="utf-8"?>
<a:theme xmlns:a="http://schemas.openxmlformats.org/drawingml/2006/main" name="PM">
  <a:themeElements>
    <a:clrScheme name="PM3">
      <a:dk1>
        <a:sysClr val="windowText" lastClr="000000"/>
      </a:dk1>
      <a:lt1>
        <a:sysClr val="window" lastClr="FFFFFF"/>
      </a:lt1>
      <a:dk2>
        <a:srgbClr val="4E4E4E"/>
      </a:dk2>
      <a:lt2>
        <a:srgbClr val="CCCCCC"/>
      </a:lt2>
      <a:accent1>
        <a:srgbClr val="3C8FD4"/>
      </a:accent1>
      <a:accent2>
        <a:srgbClr val="9A0000"/>
      </a:accent2>
      <a:accent3>
        <a:srgbClr val="C7C7C7"/>
      </a:accent3>
      <a:accent4>
        <a:srgbClr val="95BF1F"/>
      </a:accent4>
      <a:accent5>
        <a:srgbClr val="FDB143"/>
      </a:accent5>
      <a:accent6>
        <a:srgbClr val="F78D44"/>
      </a:accent6>
      <a:hlink>
        <a:srgbClr val="88BDEC"/>
      </a:hlink>
      <a:folHlink>
        <a:srgbClr val="A8EBED"/>
      </a:folHlink>
    </a:clrScheme>
    <a:fontScheme name="Calibr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663</Words>
  <Application>Microsoft Office PowerPoint</Application>
  <PresentationFormat>Bildschirmpräsentation (4:3)</PresentationFormat>
  <Paragraphs>288</Paragraphs>
  <Slides>39</Slides>
  <Notes>0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39</vt:i4>
      </vt:variant>
    </vt:vector>
  </HeadingPairs>
  <TitlesOfParts>
    <vt:vector size="40" baseType="lpstr">
      <vt:lpstr>PM</vt:lpstr>
      <vt:lpstr>Zeitsparende Bausteine  für Projektpräsentationen</vt:lpstr>
      <vt:lpstr>Die Beispiele in dieser Datei</vt:lpstr>
      <vt:lpstr>Die Beispiele in dieser Datei</vt:lpstr>
      <vt:lpstr>Zeitplanung und Inhalte auf einen Blick</vt:lpstr>
      <vt:lpstr>Zeitplanung und Inhalte auf einen Blick</vt:lpstr>
      <vt:lpstr>2D-Variante als Basis für die …</vt:lpstr>
      <vt:lpstr>… dreidimensionale Variante</vt:lpstr>
      <vt:lpstr>3D-Zeitstrahl mit Animation</vt:lpstr>
      <vt:lpstr>Mit 3D-Drehung und 3D-Format zum Ziel</vt:lpstr>
      <vt:lpstr>Segmentiert: Von 2D zu 3D</vt:lpstr>
      <vt:lpstr>Segmentierter Zeitstrahl im 3D-Look</vt:lpstr>
      <vt:lpstr>Segmentierter Zeitstrahl im 3D-Look</vt:lpstr>
      <vt:lpstr>Segmentierter Zeitstrahl im 3D-Look</vt:lpstr>
      <vt:lpstr>Die Beispiele in dieser Datei</vt:lpstr>
      <vt:lpstr>Ablauf per SmartArt-Grafik</vt:lpstr>
      <vt:lpstr>Ablauf und Inhalte im Detail</vt:lpstr>
      <vt:lpstr>Ablauf und Inhalte im Detail (1/2)</vt:lpstr>
      <vt:lpstr>Ablauf und Inhalte im Detail (2/2)</vt:lpstr>
      <vt:lpstr>Die wichtigsten Termine im Überblick (1/7)</vt:lpstr>
      <vt:lpstr>Die wichtigsten Termine im Überblick (2/7)</vt:lpstr>
      <vt:lpstr>Die wichtigsten Termine im Überblick (3/7)</vt:lpstr>
      <vt:lpstr>Die wichtigsten Termine im Überblick (4/7)</vt:lpstr>
      <vt:lpstr>Die wichtigsten Termine im Überblick (4/7)</vt:lpstr>
      <vt:lpstr>Die wichtigsten Termine im Überblick (4/7)</vt:lpstr>
      <vt:lpstr>Die wichtigsten Termine im Überblick (4/7)</vt:lpstr>
      <vt:lpstr>Die Beispiele in dieser Datei</vt:lpstr>
      <vt:lpstr>Phasen des Projekts auf einen Blick (1/6)</vt:lpstr>
      <vt:lpstr>Phasen des Projekts auf einen Blick (2/6)</vt:lpstr>
      <vt:lpstr>Phasen des Projekts auf einen Blick (3/6)</vt:lpstr>
      <vt:lpstr>Phasen des Projekts auf einen Blick (4/6)</vt:lpstr>
      <vt:lpstr>Phasen des Projekts auf einen Blick (5/6)</vt:lpstr>
      <vt:lpstr>Phasen des Projekts auf einen Blick (6/6)</vt:lpstr>
      <vt:lpstr>Wiederverwendbare Bausteine</vt:lpstr>
      <vt:lpstr>Übersicht für 6 Monate</vt:lpstr>
      <vt:lpstr>Übersicht für 12 Monate</vt:lpstr>
      <vt:lpstr>Die Beispiele in dieser Datei</vt:lpstr>
      <vt:lpstr>Wir starten das neue Projekt</vt:lpstr>
      <vt:lpstr>Wir starten das neue Projekt</vt:lpstr>
      <vt:lpstr>Wir starten das neue Projekt</vt:lpstr>
    </vt:vector>
  </TitlesOfParts>
  <Company>schiecke.biz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Bausteine für Projektpräsentationen | Teil 2</dc:title>
  <dc:subject>Projekt Magazin | Ausgabe 4-2014</dc:subject>
  <dc:creator>Dieter Schiecke</dc:creator>
  <dc:description>www.anwendertage.de_x000d_
www.office2010-blog.de_x000d_
www.office2013-blog.de</dc:description>
  <cp:lastModifiedBy>Alexander Gleich</cp:lastModifiedBy>
  <cp:revision>532</cp:revision>
  <dcterms:created xsi:type="dcterms:W3CDTF">2014-01-25T14:47:55Z</dcterms:created>
  <dcterms:modified xsi:type="dcterms:W3CDTF">2014-02-17T11:13:40Z</dcterms:modified>
</cp:coreProperties>
</file>