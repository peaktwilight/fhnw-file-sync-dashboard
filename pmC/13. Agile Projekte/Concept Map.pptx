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BB67C-D88E-471F-9638-05E405485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422BF6-8142-49B2-87D7-A7F27C83A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5DE685-A0B7-4007-AAE1-447A317B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38FA53-64D8-439E-8578-908C0AFF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9507F-4E50-4FBF-9031-8A1EE7C8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359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D11F36-60D3-4698-B539-2973223D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EC3721-4B2E-4CB6-8EED-457B3855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19828-0729-472F-A8E5-5AE7A67F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736577-5B2D-48E6-AC74-4F45DBE2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C0B054-0069-4569-83F6-4FEDE069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06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723D3-E626-4681-9329-F29FDC9D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D15FBC-EEDB-4243-BD1B-975767F1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E074EA-4D35-447E-B806-D26BFEDB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A0658A-AA9E-451C-BC10-E774DC63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4ADF7E-7A45-4B6B-8EC4-5404C4DF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7939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5558F3-6F93-402E-B3BE-2870FDBA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3BAC56-D5A2-4EAE-BBCE-C43D74961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F22356-78A7-463E-ADD2-6F6CA6EB2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4F1DAD-3CB7-45AC-9756-1E8A254A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90919C-6AAD-4373-B9B2-16B3EB0B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032BD3-44E3-471C-84A1-64439BD1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9763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2E1B7-4866-4D89-97E1-A5C8031BF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730E39-05D6-4BB0-883E-002B2440A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C08DAD-E59F-4D73-A508-095C37F9A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D399B8-F8AB-4959-9C32-9F57ABA75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36B272F-1BA2-4ED6-9A9A-BD178B561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6499C5-6A03-4711-9AD1-81B08A96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FF33C1-A3BF-40BB-9CAB-EC72A84A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C787B9-F3E0-4936-A0D8-D7BA8FB3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146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E1BB0-35C7-49B4-A356-645F7F8E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B67B98-F4BF-469F-959E-62AA1BFC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AFFF73-ABC3-43E4-84AA-8B6A9E9E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4AE0BB0-2A04-494D-A5C7-0AA3D710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408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977C07-C3D4-4629-B5E3-BAB42D3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210EFE-8D13-4E8E-837C-69CA5EF7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517F4C-FDF3-499F-8CA1-A8624E10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2197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03B52-EF13-49DB-B9A7-08AD3B2A6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593CC-3FA9-4C10-8282-68640656C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69F1E5-FE7F-466B-9D4F-A51020C12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105F83-DB8C-4311-86C3-9DDD1450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9359E2-C5F9-41CE-AA93-E5CDF6E9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523A43-7787-40AE-83AE-82739D10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80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BAAF1-F046-4023-BD5F-D033F917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48DA6D-7C06-43B9-B9B2-5CAF206CB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9C0D4E-74BA-401D-B945-14AAB69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F2F34B-142A-49E6-A545-44000EB1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F8CA7E-BED6-4205-92D7-3ED65D35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E50831-5E08-4451-83E8-52328F7E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2026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B00CFF-8F20-4824-B5BE-AC95C3DF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9CBBA1F-BD3A-4B4E-BAB4-AA0788518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AA10-AA3D-40FB-A697-5111328F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FE8B5C-EF54-4F01-804E-31D2E5AD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C9336-793B-4341-85A7-59D5AE45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640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AF127B-E98F-43F7-88A4-ACB55AF52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D0D61F-837E-4726-93B7-C0327E56D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8C02D8-21EB-4CA0-BF07-2DEC229B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D48DA6-BAF5-4C59-8816-065D28F8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97E31F-E1D4-48ED-AE98-7A14E50D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33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719971-B79A-473A-9513-2E615326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F6BD4-AA25-4B97-B719-97A0FDEB1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5BF4F-C77D-474A-BB8C-55DF1865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3B481-59BF-457E-9C91-62F85A352138}" type="datetimeFigureOut">
              <a:rPr lang="de-CH" smtClean="0"/>
              <a:t>12.12.2021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78DB1D-2798-4458-A9E2-BF8AAB364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2C72D0-A7C1-4AE6-8442-E09339A44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D2DB-114E-46D5-AFE3-EEACFEE56BE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9400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3BBF02F-9DFD-4527-ADBE-D5EA8097F3E6}"/>
              </a:ext>
            </a:extLst>
          </p:cNvPr>
          <p:cNvSpPr/>
          <p:nvPr/>
        </p:nvSpPr>
        <p:spPr>
          <a:xfrm>
            <a:off x="4932620" y="605655"/>
            <a:ext cx="2707760" cy="9369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Topics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0CF6819-1AE9-4678-AA5C-E21AF31B0818}"/>
              </a:ext>
            </a:extLst>
          </p:cNvPr>
          <p:cNvSpPr/>
          <p:nvPr/>
        </p:nvSpPr>
        <p:spPr>
          <a:xfrm>
            <a:off x="1223010" y="2292114"/>
            <a:ext cx="10126980" cy="1131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Main </a:t>
            </a:r>
            <a:r>
              <a:rPr lang="de-CH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Ideas</a:t>
            </a:r>
            <a:endParaRPr lang="de-CH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Sechseck 6">
            <a:extLst>
              <a:ext uri="{FF2B5EF4-FFF2-40B4-BE49-F238E27FC236}">
                <a16:creationId xmlns:a16="http://schemas.microsoft.com/office/drawing/2014/main" id="{8992DA52-4F4E-4868-88FE-8ED31FB48D41}"/>
              </a:ext>
            </a:extLst>
          </p:cNvPr>
          <p:cNvSpPr/>
          <p:nvPr/>
        </p:nvSpPr>
        <p:spPr>
          <a:xfrm>
            <a:off x="1058274" y="4049412"/>
            <a:ext cx="2468880" cy="1736828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Supporting</a:t>
            </a:r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Details</a:t>
            </a:r>
          </a:p>
        </p:txBody>
      </p:sp>
      <p:sp>
        <p:nvSpPr>
          <p:cNvPr id="8" name="Sechseck 7">
            <a:extLst>
              <a:ext uri="{FF2B5EF4-FFF2-40B4-BE49-F238E27FC236}">
                <a16:creationId xmlns:a16="http://schemas.microsoft.com/office/drawing/2014/main" id="{CF8D9088-5B29-4E43-A5FC-C0ECFCF22B32}"/>
              </a:ext>
            </a:extLst>
          </p:cNvPr>
          <p:cNvSpPr/>
          <p:nvPr/>
        </p:nvSpPr>
        <p:spPr>
          <a:xfrm>
            <a:off x="4057649" y="4199684"/>
            <a:ext cx="2468880" cy="1736828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Supporting</a:t>
            </a:r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Details</a:t>
            </a:r>
          </a:p>
        </p:txBody>
      </p:sp>
      <p:sp>
        <p:nvSpPr>
          <p:cNvPr id="9" name="Sechseck 8">
            <a:extLst>
              <a:ext uri="{FF2B5EF4-FFF2-40B4-BE49-F238E27FC236}">
                <a16:creationId xmlns:a16="http://schemas.microsoft.com/office/drawing/2014/main" id="{B275DB96-12BD-481D-8A1B-21FBF614687B}"/>
              </a:ext>
            </a:extLst>
          </p:cNvPr>
          <p:cNvSpPr/>
          <p:nvPr/>
        </p:nvSpPr>
        <p:spPr>
          <a:xfrm>
            <a:off x="6761297" y="4199684"/>
            <a:ext cx="2468880" cy="1736828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Supporting</a:t>
            </a:r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Details</a:t>
            </a:r>
          </a:p>
        </p:txBody>
      </p:sp>
      <p:sp>
        <p:nvSpPr>
          <p:cNvPr id="10" name="Sechseck 9">
            <a:extLst>
              <a:ext uri="{FF2B5EF4-FFF2-40B4-BE49-F238E27FC236}">
                <a16:creationId xmlns:a16="http://schemas.microsoft.com/office/drawing/2014/main" id="{7EB9318F-2845-4254-884D-F2936DDB979A}"/>
              </a:ext>
            </a:extLst>
          </p:cNvPr>
          <p:cNvSpPr/>
          <p:nvPr/>
        </p:nvSpPr>
        <p:spPr>
          <a:xfrm>
            <a:off x="9672863" y="4053844"/>
            <a:ext cx="2468880" cy="1736828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Supporting</a:t>
            </a:r>
            <a:r>
              <a:rPr lang="de-CH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 Details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AC4035-56CD-4C8E-9867-9D3A5D7B3BE4}"/>
              </a:ext>
            </a:extLst>
          </p:cNvPr>
          <p:cNvCxnSpPr/>
          <p:nvPr/>
        </p:nvCxnSpPr>
        <p:spPr>
          <a:xfrm flipV="1">
            <a:off x="2292714" y="3416019"/>
            <a:ext cx="0" cy="62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6DB6086-E55B-44CB-8DF9-ABCF830311CD}"/>
              </a:ext>
            </a:extLst>
          </p:cNvPr>
          <p:cNvCxnSpPr>
            <a:cxnSpLocks/>
          </p:cNvCxnSpPr>
          <p:nvPr/>
        </p:nvCxnSpPr>
        <p:spPr>
          <a:xfrm flipV="1">
            <a:off x="5295899" y="3416019"/>
            <a:ext cx="0" cy="759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D602CDB-772B-453D-8B9F-C8E3251626BD}"/>
              </a:ext>
            </a:extLst>
          </p:cNvPr>
          <p:cNvCxnSpPr>
            <a:cxnSpLocks/>
          </p:cNvCxnSpPr>
          <p:nvPr/>
        </p:nvCxnSpPr>
        <p:spPr>
          <a:xfrm flipV="1">
            <a:off x="7995737" y="3423418"/>
            <a:ext cx="0" cy="759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BAC8AB8-EF94-4912-B5A3-524469541BD0}"/>
              </a:ext>
            </a:extLst>
          </p:cNvPr>
          <p:cNvCxnSpPr/>
          <p:nvPr/>
        </p:nvCxnSpPr>
        <p:spPr>
          <a:xfrm flipV="1">
            <a:off x="10907303" y="3425014"/>
            <a:ext cx="0" cy="624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D341E7F-C789-4E96-8587-B4879DAC83F3}"/>
              </a:ext>
            </a:extLst>
          </p:cNvPr>
          <p:cNvCxnSpPr>
            <a:cxnSpLocks/>
          </p:cNvCxnSpPr>
          <p:nvPr/>
        </p:nvCxnSpPr>
        <p:spPr>
          <a:xfrm flipV="1">
            <a:off x="6286500" y="1532549"/>
            <a:ext cx="0" cy="759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802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Giel Ingrid</dc:creator>
  <cp:lastModifiedBy>Giel Ingrid</cp:lastModifiedBy>
  <cp:revision>2</cp:revision>
  <dcterms:created xsi:type="dcterms:W3CDTF">2021-12-12T18:25:27Z</dcterms:created>
  <dcterms:modified xsi:type="dcterms:W3CDTF">2021-12-12T18:39:00Z</dcterms:modified>
</cp:coreProperties>
</file>